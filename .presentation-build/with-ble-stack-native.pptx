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Lst>
  <p:notesMasterIdLst>
    <p:notesMasterId r:id="rId20"/>
  </p:notesMasterIdLst>
  <p:sldIdLst>
    <p:sldId id="256" r:id="rId3"/>
    <p:sldId id="258" r:id="rId4"/>
    <p:sldId id="259" r:id="rId5"/>
    <p:sldId id="273" r:id="rId6"/>
    <p:sldId id="260" r:id="rId7"/>
    <p:sldId id="261" r:id="rId8"/>
    <p:sldId id="262" r:id="rId9"/>
    <p:sldId id="263" r:id="rId10"/>
    <p:sldId id="264" r:id="rId11"/>
    <p:sldId id="265" r:id="rId12"/>
    <p:sldId id="266" r:id="rId13"/>
    <p:sldId id="267" r:id="rId14"/>
    <p:sldId id="268" r:id="rId15"/>
    <p:sldId id="271" r:id="rId16"/>
    <p:sldId id="272" r:id="rId17"/>
    <p:sldId id="269" r:id="rId18"/>
    <p:sldId id="270" r:id="rId19"/>
  </p:sldIdLst>
  <p:sldSz cx="12192000" cy="6858000"/>
  <p:notesSz cx="6858000" cy="9144000"/>
  <p:defaultTextStyle>
    <a:defPPr>
      <a:buNone/>
    </a:defPPr>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6" d="100"/>
          <a:sy n="76" d="100"/>
        </p:scale>
        <p:origin x="272"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76F3D40A-EC1A-4F6F-BB68-EFB07E1011F1}" type="slidenum">
              <a:rPr lang="en-IN"/>
              <a:t>1</a:t>
            </a:fld>
            <a:endParaRPr lang="en-IN"/>
          </a:p>
        </p:txBody>
      </p:sp>
    </p:spTree>
    <p:extLst>
      <p:ext uri="{BB962C8B-B14F-4D97-AF65-F5344CB8AC3E}">
        <p14:creationId xmlns:p14="http://schemas.microsoft.com/office/powerpoint/2010/main" val="14888506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Layered architecture inside the ESP32-C6. The application uses NimBLE host APIs. The host includes GAP, GATT/ATT, SMP and L2CAP. The HCI/VHCI boundary connects the host with the Espressif Bluetooth controller. The controller includes Link Layer functions and PHY support. The PHY/radio is shown as the hardware-facing layer, not a separate external microcontroller. Bidirectional arrows represent commands, events and BLE data. Firmware sources: esp32/components/ble/ble.c, ble_gap.c, ble_gatt.c; sdkconfig confirms esp32c6, NimBLE host and enabled Bluetooth controller. Official references: https://docs.espressif.com/projects/esp-idf/en/stable/esp32c6/api-reference/bluetooth/nimble/index.html and https://docs.espressif.com/projects/esp-idf/en/stable/esp32c6/api-guides/ble/get-started/ble-introduction.html</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4001341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GHSS UUID 0x1840; observations 0x2B8B; control point 0x2BF4. Firmware creates simulated readings on a nominal one-second task interval. The two rows show setup followed by telemetry, with editable step objects. Automatic app reconnection is not implemented.</a:t>
            </a:r>
          </a:p>
          <a:p>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Comparison describes observed implementation versus the user-approved target, without claiming measured superiority over competing protocols. No backend stack or risk model is finalized in the current repository.</a:t>
            </a:r>
          </a:p>
          <a:p>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FR1 and FR2 are implemented in source but need hardware evidence. Sensor sketches exist separately. Persistent queueing, cloud transport, GPS, ETA, ML and hospital dashboard are requirements for subsequent integration.</a:t>
            </a:r>
          </a:p>
          <a:p>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Security code uses LE Secure Connections with Just Works and NVS bonds. This does not establish authenticated protection against active interception. No measured latency, delivery ratio, endurance or clinical accuracy is available.</a:t>
            </a:r>
          </a:p>
          <a:p>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Design rationale, not measured Wi-Fi versus BLE test results. The earlier project README describes direct ESP32 Wi-Fi MQTT/TLS upload. The current architecture moves internet upload, GPS and planned buffering to the phone, while BLE carries nearby vital observations. Wi-Fi also supports local communication without internet, and a phone hotspot can provide a Wi-Fi uplink. The selected design removes Wi-Fi credentials and cloud connection handling from the ESP32 local link; it does not establish better latency, reliability, range or measured power consumption. BLE is designed for low-power point-to-point data exchange, including health monitoring. A fair empirical comparison would use the same board, workload, distance and observation duration, recording current draw, delivery ratio, update interval and recovery time. Sources: https://www.bluetooth.com/learn-about-bluetooth/topology-options/ ; https://www.bluetooth.com/bluetooth-le-primer/ ; https://docs.espressif.com/projects/esp-idf/en/latest/esp32/api-reference/bluetooth/bt_le.html ; earlier project README at D:/Academ/Projects/Major Project 2026-27/Coding Part/Smart Ambulance/README.md.</a:t>
            </a:r>
          </a:p>
          <a:p>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cases validate the current BLE prototype. Capture at least two updates for TC3, and a recording or timestamped logs for TC4 and TC5. A stopped app may retain the last displayed values. Reconnection is manual.</a:t>
            </a:r>
          </a:p>
          <a:p>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Future tests need a defined telemetry contract and acceptance thresholds. ETA should be compared with actual arrival times on test routes. ML evaluation requires a selected dataset, labels, model and held-out split. Do not invent accuracy figures.</a:t>
            </a:r>
          </a:p>
          <a:p>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Main repository checked at D:/Academ/git-local/smart-ambulance. The older Coding Part/Smart Ambulance README describes a Wi-Fi/cloud design, but the inspected backend/frontend folders contain remnants rather than a complete current implementation. Status follows current source and the user confirmation, not older README claims.</a:t>
            </a:r>
          </a:p>
          <a:p>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Evidence slots intentionally await user screenshots. Suggested captures: connected-ready status; streaming HR/SpO2/temperature; stopped status or successful manual reconnection. A recording must establish changing readings and cessation of updates. All readings in the current demonstration are simulated.</a:t>
            </a:r>
          </a:p>
          <a:p>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76F529-C7F9-3BB8-89CE-AECAFE9DDF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2CC2A5-3CF7-8295-C60E-1DC702A783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9EB507-E0A6-5AA2-3A8F-25DAB036ABC9}"/>
              </a:ext>
            </a:extLst>
          </p:cNvPr>
          <p:cNvSpPr>
            <a:spLocks noGrp="1"/>
          </p:cNvSpPr>
          <p:nvPr>
            <p:ph type="body" idx="1"/>
          </p:nvPr>
        </p:nvSpPr>
        <p:spPr/>
        <p:txBody>
          <a:bodyPr/>
          <a:lstStyle/>
          <a:p>
            <a:r>
              <a:t>Evidence slots intentionally await user screenshots. Suggested captures: connected-ready status; streaming HR/SpO2/temperature; stopped status or successful manual reconnection. A recording must establish changing readings and cessation of updates. All readings in the current demonstration are simulated.</a:t>
            </a:r>
          </a:p>
          <a:p>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a:extLst>
              <a:ext uri="{FF2B5EF4-FFF2-40B4-BE49-F238E27FC236}">
                <a16:creationId xmlns:a16="http://schemas.microsoft.com/office/drawing/2014/main" id="{62CF59E0-1829-E561-4973-AFE9A6F588F0}"/>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39069762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441B10-EFB7-6995-9BC1-09565D101F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F83071-BD4E-3CAA-4206-85D77FB604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F05F57-FF00-BC3A-FF32-FDDAC128A382}"/>
              </a:ext>
            </a:extLst>
          </p:cNvPr>
          <p:cNvSpPr>
            <a:spLocks noGrp="1"/>
          </p:cNvSpPr>
          <p:nvPr>
            <p:ph type="body" idx="1"/>
          </p:nvPr>
        </p:nvSpPr>
        <p:spPr/>
        <p:txBody>
          <a:bodyPr/>
          <a:lstStyle/>
          <a:p>
            <a:r>
              <a:t>Evidence slots intentionally await user screenshots. Suggested captures: connected-ready status; streaming HR/SpO2/temperature; stopped status or successful manual reconnection. A recording must establish changing readings and cessation of updates. All readings in the current demonstration are simulated.</a:t>
            </a:r>
          </a:p>
          <a:p>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a:extLst>
              <a:ext uri="{FF2B5EF4-FFF2-40B4-BE49-F238E27FC236}">
                <a16:creationId xmlns:a16="http://schemas.microsoft.com/office/drawing/2014/main" id="{5A65C5BC-94FE-987A-2234-AB48C348297B}"/>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418302702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Conclusions distinguish implemented code from demonstrated hardware results. The full system remains a prototype. ML risk assessment is a project objective and requires dataset/model selection and evaluation.</a:t>
            </a:r>
          </a:p>
          <a:p>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End of Review 2 presentation.</a:t>
            </a:r>
          </a:p>
          <a:p>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94D745-0B20-BBAA-074F-EF62988991C7}"/>
              </a:ext>
            </a:extLst>
          </p:cNvPr>
          <p:cNvSpPr>
            <a:spLocks noGrp="1"/>
          </p:cNvSpPr>
          <p:nvPr>
            <p:ph type="ctrTitle"/>
          </p:nvPr>
        </p:nvSpPr>
        <p:spPr>
          <a:xfrm>
            <a:off x="1524000" y="1122363"/>
            <a:ext cx="9144000" cy="2387600"/>
          </a:xfrm>
        </p:spPr>
        <p:txBody>
          <a:bodyPr anchor="b"/>
          <a:lstStyle>
            <a:lvl1pPr algn="ctr">
              <a:buNone/>
              <a:defRPr sz="6000"/>
            </a:lvl1pPr>
          </a:lstStyle>
          <a:p>
            <a:r>
              <a:t>Click to edit Master title style</a:t>
            </a:r>
          </a:p>
        </p:txBody>
      </p:sp>
      <p:sp>
        <p:nvSpPr>
          <p:cNvPr id="3" name="Subtitle 2">
            <a:extLst>
              <a:ext uri="{FF2B5EF4-FFF2-40B4-BE49-F238E27FC236}">
                <a16:creationId xmlns:a16="http://schemas.microsoft.com/office/drawing/2014/main" id="{B2EFF7C1-57C4-8D79-46D3-BDDCA99C45F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Click to edit Master subtitle style</a:t>
            </a:r>
          </a:p>
        </p:txBody>
      </p:sp>
      <p:sp>
        <p:nvSpPr>
          <p:cNvPr id="4" name="Date Placeholder 3">
            <a:extLst>
              <a:ext uri="{FF2B5EF4-FFF2-40B4-BE49-F238E27FC236}">
                <a16:creationId xmlns:a16="http://schemas.microsoft.com/office/drawing/2014/main" id="{33CCF0EC-6478-6AA0-39C5-5817AD45084B}"/>
              </a:ext>
            </a:extLst>
          </p:cNvPr>
          <p:cNvSpPr>
            <a:spLocks noGrp="1"/>
          </p:cNvSpPr>
          <p:nvPr>
            <p:ph type="dt" idx="10"/>
          </p:nvPr>
        </p:nvSpPr>
        <p:spPr/>
        <p:txBody>
          <a:bodyPr/>
          <a:lstStyle/>
          <a:p>
            <a:fld id="{DCC65D64-61A9-40CD-B94D-857C621C06A3}" type="datetime1">
              <a:t>10/19/2026</a:t>
            </a:fld>
            <a:endParaRPr/>
          </a:p>
        </p:txBody>
      </p:sp>
      <p:sp>
        <p:nvSpPr>
          <p:cNvPr id="5" name="Footer Placeholder 4">
            <a:extLst>
              <a:ext uri="{FF2B5EF4-FFF2-40B4-BE49-F238E27FC236}">
                <a16:creationId xmlns:a16="http://schemas.microsoft.com/office/drawing/2014/main" id="{698BCB53-894F-5921-306C-CB1B74E5C147}"/>
              </a:ext>
            </a:extLst>
          </p:cNvPr>
          <p:cNvSpPr>
            <a:spLocks noGrp="1"/>
          </p:cNvSpPr>
          <p:nvPr>
            <p:ph type="ftr" idx="11"/>
          </p:nvPr>
        </p:nvSpPr>
        <p:spPr/>
        <p:txBody>
          <a:bodyPr/>
          <a:lstStyle/>
          <a:p>
            <a:r>
              <a:t>Dept. of ECE, NMIT, Bengaluru</a:t>
            </a:r>
          </a:p>
        </p:txBody>
      </p:sp>
      <p:sp>
        <p:nvSpPr>
          <p:cNvPr id="6" name="Slide Number Placeholder 5">
            <a:extLst>
              <a:ext uri="{FF2B5EF4-FFF2-40B4-BE49-F238E27FC236}">
                <a16:creationId xmlns:a16="http://schemas.microsoft.com/office/drawing/2014/main" id="{70334AD7-6A1F-1788-A433-EC6F920012BA}"/>
              </a:ext>
            </a:extLst>
          </p:cNvPr>
          <p:cNvSpPr>
            <a:spLocks noGrp="1"/>
          </p:cNvSpPr>
          <p:nvPr>
            <p:ph type="sldNum" idx="12"/>
          </p:nvPr>
        </p:nvSpPr>
        <p:spPr/>
        <p:txBody>
          <a:bodyPr/>
          <a:lstStyle/>
          <a:p>
            <a:fld id="{75249B9C-BF50-4540-B2D1-32A225E7564A}"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4E90A8-DEF0-CAF0-21F0-8DA2786EE903}"/>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BD7C1FC8-0708-512D-2CA8-4E94945F6E87}"/>
              </a:ext>
            </a:extLst>
          </p:cNvPr>
          <p:cNvSpPr>
            <a:spLocks noGrp="1"/>
          </p:cNvSpPr>
          <p:nvPr>
            <p:ph idx="1"/>
          </p:nvPr>
        </p:nvSpPr>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1EA0AE94-1A7F-8535-63EB-8091A1D29503}"/>
              </a:ext>
            </a:extLst>
          </p:cNvPr>
          <p:cNvSpPr>
            <a:spLocks noGrp="1"/>
          </p:cNvSpPr>
          <p:nvPr>
            <p:ph type="dt" idx="10"/>
          </p:nvPr>
        </p:nvSpPr>
        <p:spPr/>
        <p:txBody>
          <a:bodyPr/>
          <a:lstStyle/>
          <a:p>
            <a:fld id="{E250B2B8-E89D-450D-848F-CCC0D3A80066}" type="datetime1">
              <a:t>10/19/2026</a:t>
            </a:fld>
            <a:endParaRPr/>
          </a:p>
        </p:txBody>
      </p:sp>
      <p:sp>
        <p:nvSpPr>
          <p:cNvPr id="5" name="Footer Placeholder 4">
            <a:extLst>
              <a:ext uri="{FF2B5EF4-FFF2-40B4-BE49-F238E27FC236}">
                <a16:creationId xmlns:a16="http://schemas.microsoft.com/office/drawing/2014/main" id="{832C18AA-665C-9174-40C7-2700EFF77BF1}"/>
              </a:ext>
            </a:extLst>
          </p:cNvPr>
          <p:cNvSpPr>
            <a:spLocks noGrp="1"/>
          </p:cNvSpPr>
          <p:nvPr>
            <p:ph type="ftr" idx="11"/>
          </p:nvPr>
        </p:nvSpPr>
        <p:spPr/>
        <p:txBody>
          <a:bodyPr/>
          <a:lstStyle/>
          <a:p>
            <a:r>
              <a:t>Dept. of ECE, NMIT, Bengaluru</a:t>
            </a:r>
          </a:p>
        </p:txBody>
      </p:sp>
      <p:sp>
        <p:nvSpPr>
          <p:cNvPr id="6" name="Slide Number Placeholder 5">
            <a:extLst>
              <a:ext uri="{FF2B5EF4-FFF2-40B4-BE49-F238E27FC236}">
                <a16:creationId xmlns:a16="http://schemas.microsoft.com/office/drawing/2014/main" id="{CE2C036A-33A8-E88E-99D0-2903B7C5EA4E}"/>
              </a:ext>
            </a:extLst>
          </p:cNvPr>
          <p:cNvSpPr>
            <a:spLocks noGrp="1"/>
          </p:cNvSpPr>
          <p:nvPr>
            <p:ph type="sldNum" idx="12"/>
          </p:nvPr>
        </p:nvSpPr>
        <p:spPr/>
        <p:txBody>
          <a:bodyPr/>
          <a:lstStyle/>
          <a:p>
            <a:fld id="{75249B9C-BF50-4540-B2D1-32A225E7564A}"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38FBD5-1561-3932-E297-A14174187F05}"/>
              </a:ext>
            </a:extLst>
          </p:cNvPr>
          <p:cNvSpPr>
            <a:spLocks noGrp="1"/>
          </p:cNvSpPr>
          <p:nvPr>
            <p:ph type="title"/>
          </p:nvPr>
        </p:nvSpPr>
        <p:spPr>
          <a:xfrm>
            <a:off x="831850" y="1709738"/>
            <a:ext cx="10515600" cy="2852737"/>
          </a:xfrm>
        </p:spPr>
        <p:txBody>
          <a:bodyPr anchor="b"/>
          <a:lstStyle>
            <a:lvl1pPr>
              <a:buNone/>
              <a:defRPr sz="6000"/>
            </a:lvl1pPr>
          </a:lstStyle>
          <a:p>
            <a:r>
              <a:t>Click to edit Master title style</a:t>
            </a:r>
          </a:p>
        </p:txBody>
      </p:sp>
      <p:sp>
        <p:nvSpPr>
          <p:cNvPr id="3" name="Text Placeholder 2">
            <a:extLst>
              <a:ext uri="{FF2B5EF4-FFF2-40B4-BE49-F238E27FC236}">
                <a16:creationId xmlns:a16="http://schemas.microsoft.com/office/drawing/2014/main" id="{2C63A73B-59E7-B791-E521-B97995C4F94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buNone/>
            </a:pPr>
            <a:r>
              <a:t>Click to edit Master text styles</a:t>
            </a:r>
          </a:p>
        </p:txBody>
      </p:sp>
      <p:sp>
        <p:nvSpPr>
          <p:cNvPr id="4" name="Date Placeholder 3">
            <a:extLst>
              <a:ext uri="{FF2B5EF4-FFF2-40B4-BE49-F238E27FC236}">
                <a16:creationId xmlns:a16="http://schemas.microsoft.com/office/drawing/2014/main" id="{95F228BA-5DBB-745C-5F7F-6B4CA6E1B336}"/>
              </a:ext>
            </a:extLst>
          </p:cNvPr>
          <p:cNvSpPr>
            <a:spLocks noGrp="1"/>
          </p:cNvSpPr>
          <p:nvPr>
            <p:ph type="dt" idx="10"/>
          </p:nvPr>
        </p:nvSpPr>
        <p:spPr/>
        <p:txBody>
          <a:bodyPr/>
          <a:lstStyle/>
          <a:p>
            <a:fld id="{6E451025-BBAB-4BD1-9DF2-DE64D763EA4D}" type="datetime1">
              <a:t>10/19/2026</a:t>
            </a:fld>
            <a:endParaRPr/>
          </a:p>
        </p:txBody>
      </p:sp>
      <p:sp>
        <p:nvSpPr>
          <p:cNvPr id="5" name="Footer Placeholder 4">
            <a:extLst>
              <a:ext uri="{FF2B5EF4-FFF2-40B4-BE49-F238E27FC236}">
                <a16:creationId xmlns:a16="http://schemas.microsoft.com/office/drawing/2014/main" id="{80566780-0A65-9A5C-D8B4-219B02057C89}"/>
              </a:ext>
            </a:extLst>
          </p:cNvPr>
          <p:cNvSpPr>
            <a:spLocks noGrp="1"/>
          </p:cNvSpPr>
          <p:nvPr>
            <p:ph type="ftr" idx="11"/>
          </p:nvPr>
        </p:nvSpPr>
        <p:spPr/>
        <p:txBody>
          <a:bodyPr/>
          <a:lstStyle/>
          <a:p>
            <a:r>
              <a:t>Dept. of ECE, NMIT, Bengaluru</a:t>
            </a:r>
          </a:p>
        </p:txBody>
      </p:sp>
      <p:sp>
        <p:nvSpPr>
          <p:cNvPr id="6" name="Slide Number Placeholder 5">
            <a:extLst>
              <a:ext uri="{FF2B5EF4-FFF2-40B4-BE49-F238E27FC236}">
                <a16:creationId xmlns:a16="http://schemas.microsoft.com/office/drawing/2014/main" id="{C3372F2B-5703-1917-0A03-01068F1345A8}"/>
              </a:ext>
            </a:extLst>
          </p:cNvPr>
          <p:cNvSpPr>
            <a:spLocks noGrp="1"/>
          </p:cNvSpPr>
          <p:nvPr>
            <p:ph type="sldNum" idx="12"/>
          </p:nvPr>
        </p:nvSpPr>
        <p:spPr/>
        <p:txBody>
          <a:bodyPr/>
          <a:lstStyle/>
          <a:p>
            <a:fld id="{75249B9C-BF50-4540-B2D1-32A225E7564A}"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8012EB-C7E9-76BE-0540-9539DA889676}"/>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ABCFC33C-641D-27E9-8511-1DA0B2D9E4E4}"/>
              </a:ext>
            </a:extLst>
          </p:cNvPr>
          <p:cNvSpPr>
            <a:spLocks noGrp="1"/>
          </p:cNvSpPr>
          <p:nvPr>
            <p:ph idx="1"/>
          </p:nvPr>
        </p:nvSpPr>
        <p:spPr>
          <a:xfrm>
            <a:off x="838200" y="1825625"/>
            <a:ext cx="5181600"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Content Placeholder 3">
            <a:extLst>
              <a:ext uri="{FF2B5EF4-FFF2-40B4-BE49-F238E27FC236}">
                <a16:creationId xmlns:a16="http://schemas.microsoft.com/office/drawing/2014/main" id="{226661FD-66D9-9C58-FC7C-869A43023EC5}"/>
              </a:ext>
            </a:extLst>
          </p:cNvPr>
          <p:cNvSpPr>
            <a:spLocks noGrp="1"/>
          </p:cNvSpPr>
          <p:nvPr>
            <p:ph idx="2"/>
          </p:nvPr>
        </p:nvSpPr>
        <p:spPr>
          <a:xfrm>
            <a:off x="6172200" y="1825625"/>
            <a:ext cx="5181600"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Date Placeholder 4">
            <a:extLst>
              <a:ext uri="{FF2B5EF4-FFF2-40B4-BE49-F238E27FC236}">
                <a16:creationId xmlns:a16="http://schemas.microsoft.com/office/drawing/2014/main" id="{95E4514F-A4CC-1761-9CEA-1FC19B4F7B7F}"/>
              </a:ext>
            </a:extLst>
          </p:cNvPr>
          <p:cNvSpPr>
            <a:spLocks noGrp="1"/>
          </p:cNvSpPr>
          <p:nvPr>
            <p:ph type="dt" idx="10"/>
          </p:nvPr>
        </p:nvSpPr>
        <p:spPr/>
        <p:txBody>
          <a:bodyPr/>
          <a:lstStyle/>
          <a:p>
            <a:fld id="{3C7DA566-B459-4C7A-85E5-C2A7C24A1420}" type="datetime1">
              <a:t>10/19/2026</a:t>
            </a:fld>
            <a:endParaRPr/>
          </a:p>
        </p:txBody>
      </p:sp>
      <p:sp>
        <p:nvSpPr>
          <p:cNvPr id="6" name="Footer Placeholder 5">
            <a:extLst>
              <a:ext uri="{FF2B5EF4-FFF2-40B4-BE49-F238E27FC236}">
                <a16:creationId xmlns:a16="http://schemas.microsoft.com/office/drawing/2014/main" id="{B1F1B018-A66A-E116-D076-220E61B8E72C}"/>
              </a:ext>
            </a:extLst>
          </p:cNvPr>
          <p:cNvSpPr>
            <a:spLocks noGrp="1"/>
          </p:cNvSpPr>
          <p:nvPr>
            <p:ph type="ftr" idx="11"/>
          </p:nvPr>
        </p:nvSpPr>
        <p:spPr/>
        <p:txBody>
          <a:bodyPr/>
          <a:lstStyle/>
          <a:p>
            <a:r>
              <a:t>Dept. of ECE, NMIT, Bengaluru</a:t>
            </a:r>
          </a:p>
        </p:txBody>
      </p:sp>
      <p:sp>
        <p:nvSpPr>
          <p:cNvPr id="7" name="Slide Number Placeholder 6">
            <a:extLst>
              <a:ext uri="{FF2B5EF4-FFF2-40B4-BE49-F238E27FC236}">
                <a16:creationId xmlns:a16="http://schemas.microsoft.com/office/drawing/2014/main" id="{CB2419CD-4D96-32BF-7F1C-E1BF7EE6154D}"/>
              </a:ext>
            </a:extLst>
          </p:cNvPr>
          <p:cNvSpPr>
            <a:spLocks noGrp="1"/>
          </p:cNvSpPr>
          <p:nvPr>
            <p:ph type="sldNum" idx="12"/>
          </p:nvPr>
        </p:nvSpPr>
        <p:spPr/>
        <p:txBody>
          <a:bodyPr/>
          <a:lstStyle/>
          <a:p>
            <a:fld id="{75249B9C-BF50-4540-B2D1-32A225E7564A}"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314BB9-4AB7-8C6A-8BFF-A3621A872B39}"/>
              </a:ext>
            </a:extLst>
          </p:cNvPr>
          <p:cNvSpPr>
            <a:spLocks noGrp="1"/>
          </p:cNvSpPr>
          <p:nvPr>
            <p:ph type="title"/>
          </p:nvPr>
        </p:nvSpPr>
        <p:spPr>
          <a:xfrm>
            <a:off x="839788" y="365125"/>
            <a:ext cx="10515600" cy="1325563"/>
          </a:xfrm>
        </p:spPr>
        <p:txBody>
          <a:bodyPr/>
          <a:lstStyle/>
          <a:p>
            <a:r>
              <a:t>Click to edit Master title style</a:t>
            </a:r>
          </a:p>
        </p:txBody>
      </p:sp>
      <p:sp>
        <p:nvSpPr>
          <p:cNvPr id="3" name="Text Placeholder 2">
            <a:extLst>
              <a:ext uri="{FF2B5EF4-FFF2-40B4-BE49-F238E27FC236}">
                <a16:creationId xmlns:a16="http://schemas.microsoft.com/office/drawing/2014/main" id="{3E21CF5D-7A32-863B-E9E6-6BA58C5B3B6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4" name="Content Placeholder 3">
            <a:extLst>
              <a:ext uri="{FF2B5EF4-FFF2-40B4-BE49-F238E27FC236}">
                <a16:creationId xmlns:a16="http://schemas.microsoft.com/office/drawing/2014/main" id="{5ADB264E-C915-888B-18DA-22E34FCD2A3F}"/>
              </a:ext>
            </a:extLst>
          </p:cNvPr>
          <p:cNvSpPr>
            <a:spLocks noGrp="1"/>
          </p:cNvSpPr>
          <p:nvPr>
            <p:ph idx="2"/>
          </p:nvPr>
        </p:nvSpPr>
        <p:spPr>
          <a:xfrm>
            <a:off x="839788" y="2505075"/>
            <a:ext cx="5157787" cy="368458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Text Placeholder 4">
            <a:extLst>
              <a:ext uri="{FF2B5EF4-FFF2-40B4-BE49-F238E27FC236}">
                <a16:creationId xmlns:a16="http://schemas.microsoft.com/office/drawing/2014/main" id="{5F5859C3-3260-535B-BAB4-EA190AE0E0D5}"/>
              </a:ext>
            </a:extLst>
          </p:cNvPr>
          <p:cNvSpPr>
            <a:spLocks noGrp="1"/>
          </p:cNvSpPr>
          <p:nvPr>
            <p:ph type="body"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6" name="Content Placeholder 5">
            <a:extLst>
              <a:ext uri="{FF2B5EF4-FFF2-40B4-BE49-F238E27FC236}">
                <a16:creationId xmlns:a16="http://schemas.microsoft.com/office/drawing/2014/main" id="{8E67C906-088A-950B-EF70-FA0DAFD933C1}"/>
              </a:ext>
            </a:extLst>
          </p:cNvPr>
          <p:cNvSpPr>
            <a:spLocks noGrp="1"/>
          </p:cNvSpPr>
          <p:nvPr>
            <p:ph idx="4"/>
          </p:nvPr>
        </p:nvSpPr>
        <p:spPr>
          <a:xfrm>
            <a:off x="6172200" y="2505075"/>
            <a:ext cx="5183188" cy="368458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7" name="Date Placeholder 6">
            <a:extLst>
              <a:ext uri="{FF2B5EF4-FFF2-40B4-BE49-F238E27FC236}">
                <a16:creationId xmlns:a16="http://schemas.microsoft.com/office/drawing/2014/main" id="{6A5F40AF-125E-31C4-B571-B32EF373BB06}"/>
              </a:ext>
            </a:extLst>
          </p:cNvPr>
          <p:cNvSpPr>
            <a:spLocks noGrp="1"/>
          </p:cNvSpPr>
          <p:nvPr>
            <p:ph type="dt" idx="10"/>
          </p:nvPr>
        </p:nvSpPr>
        <p:spPr/>
        <p:txBody>
          <a:bodyPr/>
          <a:lstStyle/>
          <a:p>
            <a:fld id="{15763DEA-064E-425A-A301-4B3BA0502A3F}" type="datetime1">
              <a:t>10/19/2026</a:t>
            </a:fld>
            <a:endParaRPr/>
          </a:p>
        </p:txBody>
      </p:sp>
      <p:sp>
        <p:nvSpPr>
          <p:cNvPr id="8" name="Footer Placeholder 7">
            <a:extLst>
              <a:ext uri="{FF2B5EF4-FFF2-40B4-BE49-F238E27FC236}">
                <a16:creationId xmlns:a16="http://schemas.microsoft.com/office/drawing/2014/main" id="{7F1D0E3D-EC0A-214F-AE51-D3A6DA70B7F5}"/>
              </a:ext>
            </a:extLst>
          </p:cNvPr>
          <p:cNvSpPr>
            <a:spLocks noGrp="1"/>
          </p:cNvSpPr>
          <p:nvPr>
            <p:ph type="ftr" idx="11"/>
          </p:nvPr>
        </p:nvSpPr>
        <p:spPr/>
        <p:txBody>
          <a:bodyPr/>
          <a:lstStyle/>
          <a:p>
            <a:r>
              <a:t>Dept. of ECE, NMIT, Bengaluru</a:t>
            </a:r>
          </a:p>
        </p:txBody>
      </p:sp>
      <p:sp>
        <p:nvSpPr>
          <p:cNvPr id="9" name="Slide Number Placeholder 8">
            <a:extLst>
              <a:ext uri="{FF2B5EF4-FFF2-40B4-BE49-F238E27FC236}">
                <a16:creationId xmlns:a16="http://schemas.microsoft.com/office/drawing/2014/main" id="{C11E67A1-465D-9A8A-60C8-9F260A5F3124}"/>
              </a:ext>
            </a:extLst>
          </p:cNvPr>
          <p:cNvSpPr>
            <a:spLocks noGrp="1"/>
          </p:cNvSpPr>
          <p:nvPr>
            <p:ph type="sldNum" idx="12"/>
          </p:nvPr>
        </p:nvSpPr>
        <p:spPr/>
        <p:txBody>
          <a:bodyPr/>
          <a:lstStyle/>
          <a:p>
            <a:fld id="{75249B9C-BF50-4540-B2D1-32A225E7564A}"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B29077-248C-58C0-5973-D9AC97BC11C4}"/>
              </a:ext>
            </a:extLst>
          </p:cNvPr>
          <p:cNvSpPr>
            <a:spLocks noGrp="1"/>
          </p:cNvSpPr>
          <p:nvPr>
            <p:ph type="title"/>
          </p:nvPr>
        </p:nvSpPr>
        <p:spPr/>
        <p:txBody>
          <a:bodyPr/>
          <a:lstStyle/>
          <a:p>
            <a:r>
              <a:t>Click to edit Master title style</a:t>
            </a:r>
          </a:p>
        </p:txBody>
      </p:sp>
      <p:sp>
        <p:nvSpPr>
          <p:cNvPr id="3" name="Date Placeholder 2">
            <a:extLst>
              <a:ext uri="{FF2B5EF4-FFF2-40B4-BE49-F238E27FC236}">
                <a16:creationId xmlns:a16="http://schemas.microsoft.com/office/drawing/2014/main" id="{ECDA6BA2-43B1-8708-AB4E-AA8A134DE086}"/>
              </a:ext>
            </a:extLst>
          </p:cNvPr>
          <p:cNvSpPr>
            <a:spLocks noGrp="1"/>
          </p:cNvSpPr>
          <p:nvPr>
            <p:ph type="dt" idx="10"/>
          </p:nvPr>
        </p:nvSpPr>
        <p:spPr/>
        <p:txBody>
          <a:bodyPr/>
          <a:lstStyle/>
          <a:p>
            <a:fld id="{438D0107-E616-461D-9207-52B0BDAA9751}" type="datetime1">
              <a:t>10/19/2026</a:t>
            </a:fld>
            <a:endParaRPr/>
          </a:p>
        </p:txBody>
      </p:sp>
      <p:sp>
        <p:nvSpPr>
          <p:cNvPr id="4" name="Footer Placeholder 3">
            <a:extLst>
              <a:ext uri="{FF2B5EF4-FFF2-40B4-BE49-F238E27FC236}">
                <a16:creationId xmlns:a16="http://schemas.microsoft.com/office/drawing/2014/main" id="{69113DAA-528F-ACAE-BCFF-72E4C3714E9F}"/>
              </a:ext>
            </a:extLst>
          </p:cNvPr>
          <p:cNvSpPr>
            <a:spLocks noGrp="1"/>
          </p:cNvSpPr>
          <p:nvPr>
            <p:ph type="ftr" idx="11"/>
          </p:nvPr>
        </p:nvSpPr>
        <p:spPr/>
        <p:txBody>
          <a:bodyPr/>
          <a:lstStyle/>
          <a:p>
            <a:r>
              <a:t>Dept. of ECE, NMIT, Bengaluru</a:t>
            </a:r>
          </a:p>
        </p:txBody>
      </p:sp>
      <p:sp>
        <p:nvSpPr>
          <p:cNvPr id="5" name="Slide Number Placeholder 4">
            <a:extLst>
              <a:ext uri="{FF2B5EF4-FFF2-40B4-BE49-F238E27FC236}">
                <a16:creationId xmlns:a16="http://schemas.microsoft.com/office/drawing/2014/main" id="{96EE596D-B02B-5ECD-DEA8-8B5F226A5680}"/>
              </a:ext>
            </a:extLst>
          </p:cNvPr>
          <p:cNvSpPr>
            <a:spLocks noGrp="1"/>
          </p:cNvSpPr>
          <p:nvPr>
            <p:ph type="sldNum" idx="12"/>
          </p:nvPr>
        </p:nvSpPr>
        <p:spPr/>
        <p:txBody>
          <a:bodyPr/>
          <a:lstStyle/>
          <a:p>
            <a:fld id="{75249B9C-BF50-4540-B2D1-32A225E7564A}"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A7191E-B112-54E5-E29A-F71A7DF454CB}"/>
              </a:ext>
            </a:extLst>
          </p:cNvPr>
          <p:cNvSpPr>
            <a:spLocks noGrp="1"/>
          </p:cNvSpPr>
          <p:nvPr>
            <p:ph type="dt" idx="10"/>
          </p:nvPr>
        </p:nvSpPr>
        <p:spPr/>
        <p:txBody>
          <a:bodyPr/>
          <a:lstStyle/>
          <a:p>
            <a:fld id="{050B6DF2-7F2A-4D21-830E-C34D54E5DB26}" type="datetime1">
              <a:t>10/19/2026</a:t>
            </a:fld>
            <a:endParaRPr/>
          </a:p>
        </p:txBody>
      </p:sp>
      <p:sp>
        <p:nvSpPr>
          <p:cNvPr id="3" name="Footer Placeholder 2">
            <a:extLst>
              <a:ext uri="{FF2B5EF4-FFF2-40B4-BE49-F238E27FC236}">
                <a16:creationId xmlns:a16="http://schemas.microsoft.com/office/drawing/2014/main" id="{D33BDEFE-732E-C016-6AB1-9E18E867B587}"/>
              </a:ext>
            </a:extLst>
          </p:cNvPr>
          <p:cNvSpPr>
            <a:spLocks noGrp="1"/>
          </p:cNvSpPr>
          <p:nvPr>
            <p:ph type="ftr" idx="11"/>
          </p:nvPr>
        </p:nvSpPr>
        <p:spPr/>
        <p:txBody>
          <a:bodyPr/>
          <a:lstStyle/>
          <a:p>
            <a:r>
              <a:t>Dept. of ECE, NMIT, Bengaluru</a:t>
            </a:r>
          </a:p>
        </p:txBody>
      </p:sp>
      <p:sp>
        <p:nvSpPr>
          <p:cNvPr id="4" name="Slide Number Placeholder 3">
            <a:extLst>
              <a:ext uri="{FF2B5EF4-FFF2-40B4-BE49-F238E27FC236}">
                <a16:creationId xmlns:a16="http://schemas.microsoft.com/office/drawing/2014/main" id="{417B749E-E48B-CAF5-E430-6FE27ED57E7F}"/>
              </a:ext>
            </a:extLst>
          </p:cNvPr>
          <p:cNvSpPr>
            <a:spLocks noGrp="1"/>
          </p:cNvSpPr>
          <p:nvPr>
            <p:ph type="sldNum" idx="12"/>
          </p:nvPr>
        </p:nvSpPr>
        <p:spPr/>
        <p:txBody>
          <a:bodyPr/>
          <a:lstStyle/>
          <a:p>
            <a:fld id="{75249B9C-BF50-4540-B2D1-32A225E7564A}"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84B7CA-0679-E8C0-23AD-92B1DFE0E6DA}"/>
              </a:ext>
            </a:extLst>
          </p:cNvPr>
          <p:cNvSpPr>
            <a:spLocks noGrp="1"/>
          </p:cNvSpPr>
          <p:nvPr>
            <p:ph type="title"/>
          </p:nvPr>
        </p:nvSpPr>
        <p:spPr>
          <a:xfrm>
            <a:off x="839788" y="457200"/>
            <a:ext cx="3932237" cy="1600200"/>
          </a:xfrm>
        </p:spPr>
        <p:txBody>
          <a:bodyPr anchor="b"/>
          <a:lstStyle>
            <a:lvl1pPr>
              <a:buNone/>
              <a:defRPr sz="3200"/>
            </a:lvl1pPr>
          </a:lstStyle>
          <a:p>
            <a:r>
              <a:t>Click to edit Master title style</a:t>
            </a:r>
          </a:p>
        </p:txBody>
      </p:sp>
      <p:sp>
        <p:nvSpPr>
          <p:cNvPr id="3" name="Content Placeholder 2">
            <a:extLst>
              <a:ext uri="{FF2B5EF4-FFF2-40B4-BE49-F238E27FC236}">
                <a16:creationId xmlns:a16="http://schemas.microsoft.com/office/drawing/2014/main" id="{79A98F6F-E9AC-DC82-132D-29B0BBC4F473}"/>
              </a:ext>
            </a:extLst>
          </p:cNvPr>
          <p:cNvSpPr>
            <a:spLocks noGrp="1"/>
          </p:cNvSpPr>
          <p:nvPr>
            <p:ph idx="1"/>
          </p:nvPr>
        </p:nvSpPr>
        <p:spPr>
          <a:xfrm>
            <a:off x="5183188" y="987425"/>
            <a:ext cx="6172200" cy="4873625"/>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Text Placeholder 3">
            <a:extLst>
              <a:ext uri="{FF2B5EF4-FFF2-40B4-BE49-F238E27FC236}">
                <a16:creationId xmlns:a16="http://schemas.microsoft.com/office/drawing/2014/main" id="{960FA807-3DD8-13E7-498A-153246EE0A06}"/>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Click to edit Master text styles</a:t>
            </a:r>
          </a:p>
        </p:txBody>
      </p:sp>
      <p:sp>
        <p:nvSpPr>
          <p:cNvPr id="5" name="Date Placeholder 4">
            <a:extLst>
              <a:ext uri="{FF2B5EF4-FFF2-40B4-BE49-F238E27FC236}">
                <a16:creationId xmlns:a16="http://schemas.microsoft.com/office/drawing/2014/main" id="{E7B0A236-2402-8ACA-6847-F03201A03C88}"/>
              </a:ext>
            </a:extLst>
          </p:cNvPr>
          <p:cNvSpPr>
            <a:spLocks noGrp="1"/>
          </p:cNvSpPr>
          <p:nvPr>
            <p:ph type="dt" idx="10"/>
          </p:nvPr>
        </p:nvSpPr>
        <p:spPr/>
        <p:txBody>
          <a:bodyPr/>
          <a:lstStyle/>
          <a:p>
            <a:fld id="{7E140C3B-5552-4017-A7F7-1D3DC73ABB6C}" type="datetime1">
              <a:t>10/19/2026</a:t>
            </a:fld>
            <a:endParaRPr/>
          </a:p>
        </p:txBody>
      </p:sp>
      <p:sp>
        <p:nvSpPr>
          <p:cNvPr id="6" name="Footer Placeholder 5">
            <a:extLst>
              <a:ext uri="{FF2B5EF4-FFF2-40B4-BE49-F238E27FC236}">
                <a16:creationId xmlns:a16="http://schemas.microsoft.com/office/drawing/2014/main" id="{9FA06F1D-F4E2-655D-0ECB-0762E4A519FB}"/>
              </a:ext>
            </a:extLst>
          </p:cNvPr>
          <p:cNvSpPr>
            <a:spLocks noGrp="1"/>
          </p:cNvSpPr>
          <p:nvPr>
            <p:ph type="ftr" idx="11"/>
          </p:nvPr>
        </p:nvSpPr>
        <p:spPr/>
        <p:txBody>
          <a:bodyPr/>
          <a:lstStyle/>
          <a:p>
            <a:r>
              <a:t>Dept. of ECE, NMIT, Bengaluru</a:t>
            </a:r>
          </a:p>
        </p:txBody>
      </p:sp>
      <p:sp>
        <p:nvSpPr>
          <p:cNvPr id="7" name="Slide Number Placeholder 6">
            <a:extLst>
              <a:ext uri="{FF2B5EF4-FFF2-40B4-BE49-F238E27FC236}">
                <a16:creationId xmlns:a16="http://schemas.microsoft.com/office/drawing/2014/main" id="{9D059C62-9D81-A148-F3A8-E735B1A707C3}"/>
              </a:ext>
            </a:extLst>
          </p:cNvPr>
          <p:cNvSpPr>
            <a:spLocks noGrp="1"/>
          </p:cNvSpPr>
          <p:nvPr>
            <p:ph type="sldNum" idx="12"/>
          </p:nvPr>
        </p:nvSpPr>
        <p:spPr/>
        <p:txBody>
          <a:bodyPr/>
          <a:lstStyle/>
          <a:p>
            <a:fld id="{75249B9C-BF50-4540-B2D1-32A225E7564A}"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0A4FF6-EEF0-8B97-696A-746280ACA59A}"/>
              </a:ext>
            </a:extLst>
          </p:cNvPr>
          <p:cNvSpPr>
            <a:spLocks noGrp="1"/>
          </p:cNvSpPr>
          <p:nvPr>
            <p:ph type="title"/>
          </p:nvPr>
        </p:nvSpPr>
        <p:spPr>
          <a:xfrm>
            <a:off x="839788" y="457200"/>
            <a:ext cx="3932237" cy="1600200"/>
          </a:xfrm>
        </p:spPr>
        <p:txBody>
          <a:bodyPr anchor="b"/>
          <a:lstStyle>
            <a:lvl1pPr>
              <a:buNone/>
              <a:defRPr sz="3200"/>
            </a:lvl1pPr>
          </a:lstStyle>
          <a:p>
            <a:r>
              <a:t>Click to edit Master title style</a:t>
            </a:r>
          </a:p>
        </p:txBody>
      </p:sp>
      <p:sp>
        <p:nvSpPr>
          <p:cNvPr id="3" name="Picture Placeholder 2">
            <a:extLst>
              <a:ext uri="{FF2B5EF4-FFF2-40B4-BE49-F238E27FC236}">
                <a16:creationId xmlns:a16="http://schemas.microsoft.com/office/drawing/2014/main" id="{F2097AEC-9604-18F5-B68A-9DDAC80CB6F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ABF86077-F677-6962-4FED-10D159B67E32}"/>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Click to edit Master text styles</a:t>
            </a:r>
          </a:p>
        </p:txBody>
      </p:sp>
      <p:sp>
        <p:nvSpPr>
          <p:cNvPr id="5" name="Date Placeholder 4">
            <a:extLst>
              <a:ext uri="{FF2B5EF4-FFF2-40B4-BE49-F238E27FC236}">
                <a16:creationId xmlns:a16="http://schemas.microsoft.com/office/drawing/2014/main" id="{B3114E18-CA26-8F9E-AC5A-76906484DCB9}"/>
              </a:ext>
            </a:extLst>
          </p:cNvPr>
          <p:cNvSpPr>
            <a:spLocks noGrp="1"/>
          </p:cNvSpPr>
          <p:nvPr>
            <p:ph type="dt" idx="10"/>
          </p:nvPr>
        </p:nvSpPr>
        <p:spPr/>
        <p:txBody>
          <a:bodyPr/>
          <a:lstStyle/>
          <a:p>
            <a:fld id="{08762C1D-5720-48A1-898D-8041400C55BC}" type="datetime1">
              <a:t>10/19/2026</a:t>
            </a:fld>
            <a:endParaRPr/>
          </a:p>
        </p:txBody>
      </p:sp>
      <p:sp>
        <p:nvSpPr>
          <p:cNvPr id="6" name="Footer Placeholder 5">
            <a:extLst>
              <a:ext uri="{FF2B5EF4-FFF2-40B4-BE49-F238E27FC236}">
                <a16:creationId xmlns:a16="http://schemas.microsoft.com/office/drawing/2014/main" id="{7AA36461-552C-E633-1CF0-DB8BC7B43996}"/>
              </a:ext>
            </a:extLst>
          </p:cNvPr>
          <p:cNvSpPr>
            <a:spLocks noGrp="1"/>
          </p:cNvSpPr>
          <p:nvPr>
            <p:ph type="ftr" idx="11"/>
          </p:nvPr>
        </p:nvSpPr>
        <p:spPr/>
        <p:txBody>
          <a:bodyPr/>
          <a:lstStyle/>
          <a:p>
            <a:r>
              <a:t>Dept. of ECE, NMIT, Bengaluru</a:t>
            </a:r>
          </a:p>
        </p:txBody>
      </p:sp>
      <p:sp>
        <p:nvSpPr>
          <p:cNvPr id="7" name="Slide Number Placeholder 6">
            <a:extLst>
              <a:ext uri="{FF2B5EF4-FFF2-40B4-BE49-F238E27FC236}">
                <a16:creationId xmlns:a16="http://schemas.microsoft.com/office/drawing/2014/main" id="{4365D169-0627-C229-C26B-84AA64B38361}"/>
              </a:ext>
            </a:extLst>
          </p:cNvPr>
          <p:cNvSpPr>
            <a:spLocks noGrp="1"/>
          </p:cNvSpPr>
          <p:nvPr>
            <p:ph type="sldNum" idx="12"/>
          </p:nvPr>
        </p:nvSpPr>
        <p:spPr/>
        <p:txBody>
          <a:bodyPr/>
          <a:lstStyle/>
          <a:p>
            <a:fld id="{75249B9C-BF50-4540-B2D1-32A225E7564A}"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A5CB26-31EA-5AE3-3E63-6F2EFEC5C15A}"/>
              </a:ext>
            </a:extLst>
          </p:cNvPr>
          <p:cNvSpPr>
            <a:spLocks noGrp="1"/>
          </p:cNvSpPr>
          <p:nvPr>
            <p:ph type="title"/>
          </p:nvPr>
        </p:nvSpPr>
        <p:spPr/>
        <p:txBody>
          <a:bodyPr/>
          <a:lstStyle/>
          <a:p>
            <a:r>
              <a:t>Click to edit Master title style</a:t>
            </a:r>
          </a:p>
        </p:txBody>
      </p:sp>
      <p:sp>
        <p:nvSpPr>
          <p:cNvPr id="3" name="Vertical Text Placeholder 2">
            <a:extLst>
              <a:ext uri="{FF2B5EF4-FFF2-40B4-BE49-F238E27FC236}">
                <a16:creationId xmlns:a16="http://schemas.microsoft.com/office/drawing/2014/main" id="{36815B1A-9C33-E8AE-6618-E625DB8E7DA4}"/>
              </a:ext>
            </a:extLst>
          </p:cNvPr>
          <p:cNvSpPr>
            <a:spLocks noGrp="1"/>
          </p:cNvSpPr>
          <p:nvPr>
            <p:ph type="body" idx="1"/>
          </p:nvPr>
        </p:nvSpPr>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6088B927-04A1-6ACB-7D83-CF9A45497181}"/>
              </a:ext>
            </a:extLst>
          </p:cNvPr>
          <p:cNvSpPr>
            <a:spLocks noGrp="1"/>
          </p:cNvSpPr>
          <p:nvPr>
            <p:ph type="dt" idx="10"/>
          </p:nvPr>
        </p:nvSpPr>
        <p:spPr/>
        <p:txBody>
          <a:bodyPr/>
          <a:lstStyle/>
          <a:p>
            <a:fld id="{D1C140E7-F52A-4119-97FF-78F9513B4388}" type="datetime1">
              <a:t>10/19/2026</a:t>
            </a:fld>
            <a:endParaRPr/>
          </a:p>
        </p:txBody>
      </p:sp>
      <p:sp>
        <p:nvSpPr>
          <p:cNvPr id="5" name="Footer Placeholder 4">
            <a:extLst>
              <a:ext uri="{FF2B5EF4-FFF2-40B4-BE49-F238E27FC236}">
                <a16:creationId xmlns:a16="http://schemas.microsoft.com/office/drawing/2014/main" id="{E7E9898D-9F32-B8B8-1CB9-8DAEBCCF6BC0}"/>
              </a:ext>
            </a:extLst>
          </p:cNvPr>
          <p:cNvSpPr>
            <a:spLocks noGrp="1"/>
          </p:cNvSpPr>
          <p:nvPr>
            <p:ph type="ftr" idx="11"/>
          </p:nvPr>
        </p:nvSpPr>
        <p:spPr/>
        <p:txBody>
          <a:bodyPr/>
          <a:lstStyle/>
          <a:p>
            <a:r>
              <a:t>Dept. of ECE, NMIT, Bengaluru</a:t>
            </a:r>
          </a:p>
        </p:txBody>
      </p:sp>
      <p:sp>
        <p:nvSpPr>
          <p:cNvPr id="6" name="Slide Number Placeholder 5">
            <a:extLst>
              <a:ext uri="{FF2B5EF4-FFF2-40B4-BE49-F238E27FC236}">
                <a16:creationId xmlns:a16="http://schemas.microsoft.com/office/drawing/2014/main" id="{C3F0E129-A7D7-908A-2DB9-C14597E8F088}"/>
              </a:ext>
            </a:extLst>
          </p:cNvPr>
          <p:cNvSpPr>
            <a:spLocks noGrp="1"/>
          </p:cNvSpPr>
          <p:nvPr>
            <p:ph type="sldNum" idx="12"/>
          </p:nvPr>
        </p:nvSpPr>
        <p:spPr/>
        <p:txBody>
          <a:bodyPr/>
          <a:lstStyle/>
          <a:p>
            <a:fld id="{75249B9C-BF50-4540-B2D1-32A225E7564A}"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42730AC-48F0-F0FE-FE21-835054F7282A}"/>
              </a:ext>
            </a:extLst>
          </p:cNvPr>
          <p:cNvSpPr>
            <a:spLocks noGrp="1"/>
          </p:cNvSpPr>
          <p:nvPr>
            <p:ph type="title"/>
          </p:nvPr>
        </p:nvSpPr>
        <p:spPr>
          <a:xfrm>
            <a:off x="8724900" y="365125"/>
            <a:ext cx="2628900" cy="5811838"/>
          </a:xfrm>
        </p:spPr>
        <p:txBody>
          <a:bodyPr vert="eaVert"/>
          <a:lstStyle/>
          <a:p>
            <a:r>
              <a:t>Click to edit Master title style</a:t>
            </a:r>
          </a:p>
        </p:txBody>
      </p:sp>
      <p:sp>
        <p:nvSpPr>
          <p:cNvPr id="3" name="Vertical Text Placeholder 2">
            <a:extLst>
              <a:ext uri="{FF2B5EF4-FFF2-40B4-BE49-F238E27FC236}">
                <a16:creationId xmlns:a16="http://schemas.microsoft.com/office/drawing/2014/main" id="{4F894533-AC0F-B196-504E-399428B58639}"/>
              </a:ext>
            </a:extLst>
          </p:cNvPr>
          <p:cNvSpPr>
            <a:spLocks noGrp="1"/>
          </p:cNvSpPr>
          <p:nvPr>
            <p:ph type="body" idx="1"/>
          </p:nvPr>
        </p:nvSpPr>
        <p:spPr>
          <a:xfrm>
            <a:off x="838200" y="365125"/>
            <a:ext cx="7734300" cy="5811838"/>
          </a:xfrm>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A42A9436-E8A2-F71D-A637-B20EA1490A07}"/>
              </a:ext>
            </a:extLst>
          </p:cNvPr>
          <p:cNvSpPr>
            <a:spLocks noGrp="1"/>
          </p:cNvSpPr>
          <p:nvPr>
            <p:ph type="dt" idx="10"/>
          </p:nvPr>
        </p:nvSpPr>
        <p:spPr/>
        <p:txBody>
          <a:bodyPr/>
          <a:lstStyle/>
          <a:p>
            <a:fld id="{34E1CFB4-31DA-40A2-AE2B-F9FC033D0834}" type="datetime1">
              <a:t>10/19/2026</a:t>
            </a:fld>
            <a:endParaRPr/>
          </a:p>
        </p:txBody>
      </p:sp>
      <p:sp>
        <p:nvSpPr>
          <p:cNvPr id="5" name="Footer Placeholder 4">
            <a:extLst>
              <a:ext uri="{FF2B5EF4-FFF2-40B4-BE49-F238E27FC236}">
                <a16:creationId xmlns:a16="http://schemas.microsoft.com/office/drawing/2014/main" id="{3A1BF561-DBF4-21B8-CB10-BC790D209410}"/>
              </a:ext>
            </a:extLst>
          </p:cNvPr>
          <p:cNvSpPr>
            <a:spLocks noGrp="1"/>
          </p:cNvSpPr>
          <p:nvPr>
            <p:ph type="ftr" idx="11"/>
          </p:nvPr>
        </p:nvSpPr>
        <p:spPr/>
        <p:txBody>
          <a:bodyPr/>
          <a:lstStyle/>
          <a:p>
            <a:r>
              <a:t>Dept. of ECE, NMIT, Bengaluru</a:t>
            </a:r>
          </a:p>
        </p:txBody>
      </p:sp>
      <p:sp>
        <p:nvSpPr>
          <p:cNvPr id="6" name="Slide Number Placeholder 5">
            <a:extLst>
              <a:ext uri="{FF2B5EF4-FFF2-40B4-BE49-F238E27FC236}">
                <a16:creationId xmlns:a16="http://schemas.microsoft.com/office/drawing/2014/main" id="{F2FADF1E-7BDA-43E8-BEF6-6F3FA39F5E6B}"/>
              </a:ext>
            </a:extLst>
          </p:cNvPr>
          <p:cNvSpPr>
            <a:spLocks noGrp="1"/>
          </p:cNvSpPr>
          <p:nvPr>
            <p:ph type="sldNum" idx="12"/>
          </p:nvPr>
        </p:nvSpPr>
        <p:spPr/>
        <p:txBody>
          <a:bodyPr/>
          <a:lstStyle/>
          <a:p>
            <a:fld id="{75249B9C-BF50-4540-B2D1-32A225E7564A}" type="slidenum">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94D745-0B20-BBAA-074F-EF62988991C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2EFF7C1-57C4-8D79-46D3-BDDCA99C45F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3CCF0EC-6478-6AA0-39C5-5817AD45084B}"/>
              </a:ext>
            </a:extLst>
          </p:cNvPr>
          <p:cNvSpPr>
            <a:spLocks noGrp="1"/>
          </p:cNvSpPr>
          <p:nvPr>
            <p:ph type="dt" sz="half" idx="10"/>
          </p:nvPr>
        </p:nvSpPr>
        <p:spPr/>
        <p:txBody>
          <a:bodyPr/>
          <a:lstStyle/>
          <a:p>
            <a:fld id="{DCC65D64-61A9-40CD-B94D-857C621C06A3}" type="datetime1">
              <a:rPr lang="en-IN"/>
              <a:t>19-10-2026</a:t>
            </a:fld>
            <a:endParaRPr lang="en-IN"/>
          </a:p>
        </p:txBody>
      </p:sp>
      <p:sp>
        <p:nvSpPr>
          <p:cNvPr id="5" name="Footer Placeholder 4">
            <a:extLst>
              <a:ext uri="{FF2B5EF4-FFF2-40B4-BE49-F238E27FC236}">
                <a16:creationId xmlns:a16="http://schemas.microsoft.com/office/drawing/2014/main" id="{698BCB53-894F-5921-306C-CB1B74E5C147}"/>
              </a:ext>
            </a:extLst>
          </p:cNvPr>
          <p:cNvSpPr>
            <a:spLocks noGrp="1"/>
          </p:cNvSpPr>
          <p:nvPr>
            <p:ph type="ftr" sz="quarter" idx="11"/>
          </p:nvPr>
        </p:nvSpPr>
        <p:spPr/>
        <p:txBody>
          <a:bodyPr/>
          <a:lstStyle/>
          <a:p>
            <a:r>
              <a:rPr lang="en-US"/>
              <a:t>Dept. of ECE, NMIT, Bengaluru</a:t>
            </a:r>
            <a:endParaRPr lang="en-IN"/>
          </a:p>
        </p:txBody>
      </p:sp>
      <p:sp>
        <p:nvSpPr>
          <p:cNvPr id="6" name="Slide Number Placeholder 5">
            <a:extLst>
              <a:ext uri="{FF2B5EF4-FFF2-40B4-BE49-F238E27FC236}">
                <a16:creationId xmlns:a16="http://schemas.microsoft.com/office/drawing/2014/main" id="{70334AD7-6A1F-1788-A433-EC6F920012BA}"/>
              </a:ext>
            </a:extLst>
          </p:cNvPr>
          <p:cNvSpPr>
            <a:spLocks noGrp="1"/>
          </p:cNvSpPr>
          <p:nvPr>
            <p:ph type="sldNum" sz="quarter" idx="12"/>
          </p:nvPr>
        </p:nvSpPr>
        <p:spPr/>
        <p:txBody>
          <a:bodyPr/>
          <a:lstStyle/>
          <a:p>
            <a:fld id="{75249B9C-BF50-4540-B2D1-32A225E7564A}" type="slidenum">
              <a:rPr lang="en-IN"/>
              <a:t>‹#›</a:t>
            </a:fld>
            <a:endParaRPr lang="en-IN"/>
          </a:p>
        </p:txBody>
      </p:sp>
    </p:spTree>
    <p:extLst>
      <p:ext uri="{BB962C8B-B14F-4D97-AF65-F5344CB8AC3E}">
        <p14:creationId xmlns:p14="http://schemas.microsoft.com/office/powerpoint/2010/main" val="35598052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4E90A8-DEF0-CAF0-21F0-8DA2786EE90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D7C1FC8-0708-512D-2CA8-4E94945F6E8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EA0AE94-1A7F-8535-63EB-8091A1D29503}"/>
              </a:ext>
            </a:extLst>
          </p:cNvPr>
          <p:cNvSpPr>
            <a:spLocks noGrp="1"/>
          </p:cNvSpPr>
          <p:nvPr>
            <p:ph type="dt" sz="half" idx="10"/>
          </p:nvPr>
        </p:nvSpPr>
        <p:spPr/>
        <p:txBody>
          <a:bodyPr/>
          <a:lstStyle/>
          <a:p>
            <a:fld id="{E250B2B8-E89D-450D-848F-CCC0D3A80066}" type="datetime1">
              <a:rPr lang="en-IN"/>
              <a:t>19-10-2026</a:t>
            </a:fld>
            <a:endParaRPr lang="en-IN"/>
          </a:p>
        </p:txBody>
      </p:sp>
      <p:sp>
        <p:nvSpPr>
          <p:cNvPr id="5" name="Footer Placeholder 4">
            <a:extLst>
              <a:ext uri="{FF2B5EF4-FFF2-40B4-BE49-F238E27FC236}">
                <a16:creationId xmlns:a16="http://schemas.microsoft.com/office/drawing/2014/main" id="{832C18AA-665C-9174-40C7-2700EFF77BF1}"/>
              </a:ext>
            </a:extLst>
          </p:cNvPr>
          <p:cNvSpPr>
            <a:spLocks noGrp="1"/>
          </p:cNvSpPr>
          <p:nvPr>
            <p:ph type="ftr" sz="quarter" idx="11"/>
          </p:nvPr>
        </p:nvSpPr>
        <p:spPr/>
        <p:txBody>
          <a:bodyPr/>
          <a:lstStyle/>
          <a:p>
            <a:r>
              <a:rPr lang="en-US"/>
              <a:t>Dept. of ECE, NMIT, Bengaluru</a:t>
            </a:r>
            <a:endParaRPr lang="en-IN"/>
          </a:p>
        </p:txBody>
      </p:sp>
      <p:sp>
        <p:nvSpPr>
          <p:cNvPr id="6" name="Slide Number Placeholder 5">
            <a:extLst>
              <a:ext uri="{FF2B5EF4-FFF2-40B4-BE49-F238E27FC236}">
                <a16:creationId xmlns:a16="http://schemas.microsoft.com/office/drawing/2014/main" id="{CE2C036A-33A8-E88E-99D0-2903B7C5EA4E}"/>
              </a:ext>
            </a:extLst>
          </p:cNvPr>
          <p:cNvSpPr>
            <a:spLocks noGrp="1"/>
          </p:cNvSpPr>
          <p:nvPr>
            <p:ph type="sldNum" sz="quarter" idx="12"/>
          </p:nvPr>
        </p:nvSpPr>
        <p:spPr/>
        <p:txBody>
          <a:bodyPr/>
          <a:lstStyle/>
          <a:p>
            <a:fld id="{75249B9C-BF50-4540-B2D1-32A225E7564A}" type="slidenum">
              <a:rPr lang="en-IN"/>
              <a:t>‹#›</a:t>
            </a:fld>
            <a:endParaRPr lang="en-IN"/>
          </a:p>
        </p:txBody>
      </p:sp>
    </p:spTree>
    <p:extLst>
      <p:ext uri="{BB962C8B-B14F-4D97-AF65-F5344CB8AC3E}">
        <p14:creationId xmlns:p14="http://schemas.microsoft.com/office/powerpoint/2010/main" val="325179093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38FBD5-1561-3932-E297-A14174187F0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C63A73B-59E7-B791-E521-B97995C4F94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5F228BA-5DBB-745C-5F7F-6B4CA6E1B336}"/>
              </a:ext>
            </a:extLst>
          </p:cNvPr>
          <p:cNvSpPr>
            <a:spLocks noGrp="1"/>
          </p:cNvSpPr>
          <p:nvPr>
            <p:ph type="dt" sz="half" idx="10"/>
          </p:nvPr>
        </p:nvSpPr>
        <p:spPr/>
        <p:txBody>
          <a:bodyPr/>
          <a:lstStyle/>
          <a:p>
            <a:fld id="{6E451025-BBAB-4BD1-9DF2-DE64D763EA4D}" type="datetime1">
              <a:rPr lang="en-IN"/>
              <a:t>19-10-2026</a:t>
            </a:fld>
            <a:endParaRPr lang="en-IN"/>
          </a:p>
        </p:txBody>
      </p:sp>
      <p:sp>
        <p:nvSpPr>
          <p:cNvPr id="5" name="Footer Placeholder 4">
            <a:extLst>
              <a:ext uri="{FF2B5EF4-FFF2-40B4-BE49-F238E27FC236}">
                <a16:creationId xmlns:a16="http://schemas.microsoft.com/office/drawing/2014/main" id="{80566780-0A65-9A5C-D8B4-219B02057C89}"/>
              </a:ext>
            </a:extLst>
          </p:cNvPr>
          <p:cNvSpPr>
            <a:spLocks noGrp="1"/>
          </p:cNvSpPr>
          <p:nvPr>
            <p:ph type="ftr" sz="quarter" idx="11"/>
          </p:nvPr>
        </p:nvSpPr>
        <p:spPr/>
        <p:txBody>
          <a:bodyPr/>
          <a:lstStyle/>
          <a:p>
            <a:r>
              <a:rPr lang="en-US"/>
              <a:t>Dept. of ECE, NMIT, Bengaluru</a:t>
            </a:r>
            <a:endParaRPr lang="en-IN"/>
          </a:p>
        </p:txBody>
      </p:sp>
      <p:sp>
        <p:nvSpPr>
          <p:cNvPr id="6" name="Slide Number Placeholder 5">
            <a:extLst>
              <a:ext uri="{FF2B5EF4-FFF2-40B4-BE49-F238E27FC236}">
                <a16:creationId xmlns:a16="http://schemas.microsoft.com/office/drawing/2014/main" id="{C3372F2B-5703-1917-0A03-01068F1345A8}"/>
              </a:ext>
            </a:extLst>
          </p:cNvPr>
          <p:cNvSpPr>
            <a:spLocks noGrp="1"/>
          </p:cNvSpPr>
          <p:nvPr>
            <p:ph type="sldNum" sz="quarter" idx="12"/>
          </p:nvPr>
        </p:nvSpPr>
        <p:spPr/>
        <p:txBody>
          <a:bodyPr/>
          <a:lstStyle/>
          <a:p>
            <a:fld id="{75249B9C-BF50-4540-B2D1-32A225E7564A}" type="slidenum">
              <a:rPr lang="en-IN"/>
              <a:t>‹#›</a:t>
            </a:fld>
            <a:endParaRPr lang="en-IN"/>
          </a:p>
        </p:txBody>
      </p:sp>
    </p:spTree>
    <p:extLst>
      <p:ext uri="{BB962C8B-B14F-4D97-AF65-F5344CB8AC3E}">
        <p14:creationId xmlns:p14="http://schemas.microsoft.com/office/powerpoint/2010/main" val="394939801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8012EB-C7E9-76BE-0540-9539DA88967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BCFC33C-641D-27E9-8511-1DA0B2D9E4E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26661FD-66D9-9C58-FC7C-869A43023EC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5E4514F-A4CC-1761-9CEA-1FC19B4F7B7F}"/>
              </a:ext>
            </a:extLst>
          </p:cNvPr>
          <p:cNvSpPr>
            <a:spLocks noGrp="1"/>
          </p:cNvSpPr>
          <p:nvPr>
            <p:ph type="dt" sz="half" idx="10"/>
          </p:nvPr>
        </p:nvSpPr>
        <p:spPr/>
        <p:txBody>
          <a:bodyPr/>
          <a:lstStyle/>
          <a:p>
            <a:fld id="{3C7DA566-B459-4C7A-85E5-C2A7C24A1420}" type="datetime1">
              <a:rPr lang="en-IN"/>
              <a:t>19-10-2026</a:t>
            </a:fld>
            <a:endParaRPr lang="en-IN"/>
          </a:p>
        </p:txBody>
      </p:sp>
      <p:sp>
        <p:nvSpPr>
          <p:cNvPr id="6" name="Footer Placeholder 5">
            <a:extLst>
              <a:ext uri="{FF2B5EF4-FFF2-40B4-BE49-F238E27FC236}">
                <a16:creationId xmlns:a16="http://schemas.microsoft.com/office/drawing/2014/main" id="{B1F1B018-A66A-E116-D076-220E61B8E72C}"/>
              </a:ext>
            </a:extLst>
          </p:cNvPr>
          <p:cNvSpPr>
            <a:spLocks noGrp="1"/>
          </p:cNvSpPr>
          <p:nvPr>
            <p:ph type="ftr" sz="quarter" idx="11"/>
          </p:nvPr>
        </p:nvSpPr>
        <p:spPr/>
        <p:txBody>
          <a:bodyPr/>
          <a:lstStyle/>
          <a:p>
            <a:r>
              <a:rPr lang="en-US"/>
              <a:t>Dept. of ECE, NMIT, Bengaluru</a:t>
            </a:r>
            <a:endParaRPr lang="en-IN"/>
          </a:p>
        </p:txBody>
      </p:sp>
      <p:sp>
        <p:nvSpPr>
          <p:cNvPr id="7" name="Slide Number Placeholder 6">
            <a:extLst>
              <a:ext uri="{FF2B5EF4-FFF2-40B4-BE49-F238E27FC236}">
                <a16:creationId xmlns:a16="http://schemas.microsoft.com/office/drawing/2014/main" id="{CB2419CD-4D96-32BF-7F1C-E1BF7EE6154D}"/>
              </a:ext>
            </a:extLst>
          </p:cNvPr>
          <p:cNvSpPr>
            <a:spLocks noGrp="1"/>
          </p:cNvSpPr>
          <p:nvPr>
            <p:ph type="sldNum" sz="quarter" idx="12"/>
          </p:nvPr>
        </p:nvSpPr>
        <p:spPr/>
        <p:txBody>
          <a:bodyPr/>
          <a:lstStyle/>
          <a:p>
            <a:fld id="{75249B9C-BF50-4540-B2D1-32A225E7564A}" type="slidenum">
              <a:rPr lang="en-IN"/>
              <a:t>‹#›</a:t>
            </a:fld>
            <a:endParaRPr lang="en-IN"/>
          </a:p>
        </p:txBody>
      </p:sp>
    </p:spTree>
    <p:extLst>
      <p:ext uri="{BB962C8B-B14F-4D97-AF65-F5344CB8AC3E}">
        <p14:creationId xmlns:p14="http://schemas.microsoft.com/office/powerpoint/2010/main" val="22355945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314BB9-4AB7-8C6A-8BFF-A3621A872B3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E21CF5D-7A32-863B-E9E6-6BA58C5B3B6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ADB264E-C915-888B-18DA-22E34FCD2A3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F5859C3-3260-535B-BAB4-EA190AE0E0D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E67C906-088A-950B-EF70-FA0DAFD933C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A5F40AF-125E-31C4-B571-B32EF373BB06}"/>
              </a:ext>
            </a:extLst>
          </p:cNvPr>
          <p:cNvSpPr>
            <a:spLocks noGrp="1"/>
          </p:cNvSpPr>
          <p:nvPr>
            <p:ph type="dt" sz="half" idx="10"/>
          </p:nvPr>
        </p:nvSpPr>
        <p:spPr/>
        <p:txBody>
          <a:bodyPr/>
          <a:lstStyle/>
          <a:p>
            <a:fld id="{15763DEA-064E-425A-A301-4B3BA0502A3F}" type="datetime1">
              <a:rPr lang="en-IN"/>
              <a:t>19-10-2026</a:t>
            </a:fld>
            <a:endParaRPr lang="en-IN"/>
          </a:p>
        </p:txBody>
      </p:sp>
      <p:sp>
        <p:nvSpPr>
          <p:cNvPr id="8" name="Footer Placeholder 7">
            <a:extLst>
              <a:ext uri="{FF2B5EF4-FFF2-40B4-BE49-F238E27FC236}">
                <a16:creationId xmlns:a16="http://schemas.microsoft.com/office/drawing/2014/main" id="{7F1D0E3D-EC0A-214F-AE51-D3A6DA70B7F5}"/>
              </a:ext>
            </a:extLst>
          </p:cNvPr>
          <p:cNvSpPr>
            <a:spLocks noGrp="1"/>
          </p:cNvSpPr>
          <p:nvPr>
            <p:ph type="ftr" sz="quarter" idx="11"/>
          </p:nvPr>
        </p:nvSpPr>
        <p:spPr/>
        <p:txBody>
          <a:bodyPr/>
          <a:lstStyle/>
          <a:p>
            <a:r>
              <a:rPr lang="en-US"/>
              <a:t>Dept. of ECE, NMIT, Bengaluru</a:t>
            </a:r>
            <a:endParaRPr lang="en-IN"/>
          </a:p>
        </p:txBody>
      </p:sp>
      <p:sp>
        <p:nvSpPr>
          <p:cNvPr id="9" name="Slide Number Placeholder 8">
            <a:extLst>
              <a:ext uri="{FF2B5EF4-FFF2-40B4-BE49-F238E27FC236}">
                <a16:creationId xmlns:a16="http://schemas.microsoft.com/office/drawing/2014/main" id="{C11E67A1-465D-9A8A-60C8-9F260A5F3124}"/>
              </a:ext>
            </a:extLst>
          </p:cNvPr>
          <p:cNvSpPr>
            <a:spLocks noGrp="1"/>
          </p:cNvSpPr>
          <p:nvPr>
            <p:ph type="sldNum" sz="quarter" idx="12"/>
          </p:nvPr>
        </p:nvSpPr>
        <p:spPr/>
        <p:txBody>
          <a:bodyPr/>
          <a:lstStyle/>
          <a:p>
            <a:fld id="{75249B9C-BF50-4540-B2D1-32A225E7564A}" type="slidenum">
              <a:rPr lang="en-IN"/>
              <a:t>‹#›</a:t>
            </a:fld>
            <a:endParaRPr lang="en-IN"/>
          </a:p>
        </p:txBody>
      </p:sp>
    </p:spTree>
    <p:extLst>
      <p:ext uri="{BB962C8B-B14F-4D97-AF65-F5344CB8AC3E}">
        <p14:creationId xmlns:p14="http://schemas.microsoft.com/office/powerpoint/2010/main" val="181589294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B29077-248C-58C0-5973-D9AC97BC11C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CDA6BA2-43B1-8708-AB4E-AA8A134DE086}"/>
              </a:ext>
            </a:extLst>
          </p:cNvPr>
          <p:cNvSpPr>
            <a:spLocks noGrp="1"/>
          </p:cNvSpPr>
          <p:nvPr>
            <p:ph type="dt" sz="half" idx="10"/>
          </p:nvPr>
        </p:nvSpPr>
        <p:spPr/>
        <p:txBody>
          <a:bodyPr/>
          <a:lstStyle/>
          <a:p>
            <a:fld id="{438D0107-E616-461D-9207-52B0BDAA9751}" type="datetime1">
              <a:rPr lang="en-IN"/>
              <a:t>19-10-2026</a:t>
            </a:fld>
            <a:endParaRPr lang="en-IN"/>
          </a:p>
        </p:txBody>
      </p:sp>
      <p:sp>
        <p:nvSpPr>
          <p:cNvPr id="4" name="Footer Placeholder 3">
            <a:extLst>
              <a:ext uri="{FF2B5EF4-FFF2-40B4-BE49-F238E27FC236}">
                <a16:creationId xmlns:a16="http://schemas.microsoft.com/office/drawing/2014/main" id="{69113DAA-528F-ACAE-BCFF-72E4C3714E9F}"/>
              </a:ext>
            </a:extLst>
          </p:cNvPr>
          <p:cNvSpPr>
            <a:spLocks noGrp="1"/>
          </p:cNvSpPr>
          <p:nvPr>
            <p:ph type="ftr" sz="quarter" idx="11"/>
          </p:nvPr>
        </p:nvSpPr>
        <p:spPr/>
        <p:txBody>
          <a:bodyPr/>
          <a:lstStyle/>
          <a:p>
            <a:r>
              <a:rPr lang="en-US"/>
              <a:t>Dept. of ECE, NMIT, Bengaluru</a:t>
            </a:r>
            <a:endParaRPr lang="en-IN"/>
          </a:p>
        </p:txBody>
      </p:sp>
      <p:sp>
        <p:nvSpPr>
          <p:cNvPr id="5" name="Slide Number Placeholder 4">
            <a:extLst>
              <a:ext uri="{FF2B5EF4-FFF2-40B4-BE49-F238E27FC236}">
                <a16:creationId xmlns:a16="http://schemas.microsoft.com/office/drawing/2014/main" id="{96EE596D-B02B-5ECD-DEA8-8B5F226A5680}"/>
              </a:ext>
            </a:extLst>
          </p:cNvPr>
          <p:cNvSpPr>
            <a:spLocks noGrp="1"/>
          </p:cNvSpPr>
          <p:nvPr>
            <p:ph type="sldNum" sz="quarter" idx="12"/>
          </p:nvPr>
        </p:nvSpPr>
        <p:spPr/>
        <p:txBody>
          <a:bodyPr/>
          <a:lstStyle/>
          <a:p>
            <a:fld id="{75249B9C-BF50-4540-B2D1-32A225E7564A}" type="slidenum">
              <a:rPr lang="en-IN"/>
              <a:t>‹#›</a:t>
            </a:fld>
            <a:endParaRPr lang="en-IN"/>
          </a:p>
        </p:txBody>
      </p:sp>
    </p:spTree>
    <p:extLst>
      <p:ext uri="{BB962C8B-B14F-4D97-AF65-F5344CB8AC3E}">
        <p14:creationId xmlns:p14="http://schemas.microsoft.com/office/powerpoint/2010/main" val="56271916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A7191E-B112-54E5-E29A-F71A7DF454CB}"/>
              </a:ext>
            </a:extLst>
          </p:cNvPr>
          <p:cNvSpPr>
            <a:spLocks noGrp="1"/>
          </p:cNvSpPr>
          <p:nvPr>
            <p:ph type="dt" sz="half" idx="10"/>
          </p:nvPr>
        </p:nvSpPr>
        <p:spPr/>
        <p:txBody>
          <a:bodyPr/>
          <a:lstStyle/>
          <a:p>
            <a:fld id="{050B6DF2-7F2A-4D21-830E-C34D54E5DB26}" type="datetime1">
              <a:rPr lang="en-IN"/>
              <a:t>19-10-2026</a:t>
            </a:fld>
            <a:endParaRPr lang="en-IN"/>
          </a:p>
        </p:txBody>
      </p:sp>
      <p:sp>
        <p:nvSpPr>
          <p:cNvPr id="3" name="Footer Placeholder 2">
            <a:extLst>
              <a:ext uri="{FF2B5EF4-FFF2-40B4-BE49-F238E27FC236}">
                <a16:creationId xmlns:a16="http://schemas.microsoft.com/office/drawing/2014/main" id="{D33BDEFE-732E-C016-6AB1-9E18E867B587}"/>
              </a:ext>
            </a:extLst>
          </p:cNvPr>
          <p:cNvSpPr>
            <a:spLocks noGrp="1"/>
          </p:cNvSpPr>
          <p:nvPr>
            <p:ph type="ftr" sz="quarter" idx="11"/>
          </p:nvPr>
        </p:nvSpPr>
        <p:spPr/>
        <p:txBody>
          <a:bodyPr/>
          <a:lstStyle/>
          <a:p>
            <a:r>
              <a:rPr lang="en-US"/>
              <a:t>Dept. of ECE, NMIT, Bengaluru</a:t>
            </a:r>
            <a:endParaRPr lang="en-IN"/>
          </a:p>
        </p:txBody>
      </p:sp>
      <p:sp>
        <p:nvSpPr>
          <p:cNvPr id="4" name="Slide Number Placeholder 3">
            <a:extLst>
              <a:ext uri="{FF2B5EF4-FFF2-40B4-BE49-F238E27FC236}">
                <a16:creationId xmlns:a16="http://schemas.microsoft.com/office/drawing/2014/main" id="{417B749E-E48B-CAF5-E430-6FE27ED57E7F}"/>
              </a:ext>
            </a:extLst>
          </p:cNvPr>
          <p:cNvSpPr>
            <a:spLocks noGrp="1"/>
          </p:cNvSpPr>
          <p:nvPr>
            <p:ph type="sldNum" sz="quarter" idx="12"/>
          </p:nvPr>
        </p:nvSpPr>
        <p:spPr/>
        <p:txBody>
          <a:bodyPr/>
          <a:lstStyle/>
          <a:p>
            <a:fld id="{75249B9C-BF50-4540-B2D1-32A225E7564A}" type="slidenum">
              <a:rPr lang="en-IN"/>
              <a:t>‹#›</a:t>
            </a:fld>
            <a:endParaRPr lang="en-IN"/>
          </a:p>
        </p:txBody>
      </p:sp>
    </p:spTree>
    <p:extLst>
      <p:ext uri="{BB962C8B-B14F-4D97-AF65-F5344CB8AC3E}">
        <p14:creationId xmlns:p14="http://schemas.microsoft.com/office/powerpoint/2010/main" val="293248287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84B7CA-0679-E8C0-23AD-92B1DFE0E6D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9A98F6F-E9AC-DC82-132D-29B0BBC4F47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60FA807-3DD8-13E7-498A-153246EE0A0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7B0A236-2402-8ACA-6847-F03201A03C88}"/>
              </a:ext>
            </a:extLst>
          </p:cNvPr>
          <p:cNvSpPr>
            <a:spLocks noGrp="1"/>
          </p:cNvSpPr>
          <p:nvPr>
            <p:ph type="dt" sz="half" idx="10"/>
          </p:nvPr>
        </p:nvSpPr>
        <p:spPr/>
        <p:txBody>
          <a:bodyPr/>
          <a:lstStyle/>
          <a:p>
            <a:fld id="{7E140C3B-5552-4017-A7F7-1D3DC73ABB6C}" type="datetime1">
              <a:rPr lang="en-IN"/>
              <a:t>19-10-2026</a:t>
            </a:fld>
            <a:endParaRPr lang="en-IN"/>
          </a:p>
        </p:txBody>
      </p:sp>
      <p:sp>
        <p:nvSpPr>
          <p:cNvPr id="6" name="Footer Placeholder 5">
            <a:extLst>
              <a:ext uri="{FF2B5EF4-FFF2-40B4-BE49-F238E27FC236}">
                <a16:creationId xmlns:a16="http://schemas.microsoft.com/office/drawing/2014/main" id="{9FA06F1D-F4E2-655D-0ECB-0762E4A519FB}"/>
              </a:ext>
            </a:extLst>
          </p:cNvPr>
          <p:cNvSpPr>
            <a:spLocks noGrp="1"/>
          </p:cNvSpPr>
          <p:nvPr>
            <p:ph type="ftr" sz="quarter" idx="11"/>
          </p:nvPr>
        </p:nvSpPr>
        <p:spPr/>
        <p:txBody>
          <a:bodyPr/>
          <a:lstStyle/>
          <a:p>
            <a:r>
              <a:rPr lang="en-US"/>
              <a:t>Dept. of ECE, NMIT, Bengaluru</a:t>
            </a:r>
            <a:endParaRPr lang="en-IN"/>
          </a:p>
        </p:txBody>
      </p:sp>
      <p:sp>
        <p:nvSpPr>
          <p:cNvPr id="7" name="Slide Number Placeholder 6">
            <a:extLst>
              <a:ext uri="{FF2B5EF4-FFF2-40B4-BE49-F238E27FC236}">
                <a16:creationId xmlns:a16="http://schemas.microsoft.com/office/drawing/2014/main" id="{9D059C62-9D81-A148-F3A8-E735B1A707C3}"/>
              </a:ext>
            </a:extLst>
          </p:cNvPr>
          <p:cNvSpPr>
            <a:spLocks noGrp="1"/>
          </p:cNvSpPr>
          <p:nvPr>
            <p:ph type="sldNum" sz="quarter" idx="12"/>
          </p:nvPr>
        </p:nvSpPr>
        <p:spPr/>
        <p:txBody>
          <a:bodyPr/>
          <a:lstStyle/>
          <a:p>
            <a:fld id="{75249B9C-BF50-4540-B2D1-32A225E7564A}" type="slidenum">
              <a:rPr lang="en-IN"/>
              <a:t>‹#›</a:t>
            </a:fld>
            <a:endParaRPr lang="en-IN"/>
          </a:p>
        </p:txBody>
      </p:sp>
    </p:spTree>
    <p:extLst>
      <p:ext uri="{BB962C8B-B14F-4D97-AF65-F5344CB8AC3E}">
        <p14:creationId xmlns:p14="http://schemas.microsoft.com/office/powerpoint/2010/main" val="419935496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0A4FF6-EEF0-8B97-696A-746280ACA59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2097AEC-9604-18F5-B68A-9DDAC80CB6F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BF86077-F677-6962-4FED-10D159B67E3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3114E18-CA26-8F9E-AC5A-76906484DCB9}"/>
              </a:ext>
            </a:extLst>
          </p:cNvPr>
          <p:cNvSpPr>
            <a:spLocks noGrp="1"/>
          </p:cNvSpPr>
          <p:nvPr>
            <p:ph type="dt" sz="half" idx="10"/>
          </p:nvPr>
        </p:nvSpPr>
        <p:spPr/>
        <p:txBody>
          <a:bodyPr/>
          <a:lstStyle/>
          <a:p>
            <a:fld id="{08762C1D-5720-48A1-898D-8041400C55BC}" type="datetime1">
              <a:rPr lang="en-IN"/>
              <a:t>19-10-2026</a:t>
            </a:fld>
            <a:endParaRPr lang="en-IN"/>
          </a:p>
        </p:txBody>
      </p:sp>
      <p:sp>
        <p:nvSpPr>
          <p:cNvPr id="6" name="Footer Placeholder 5">
            <a:extLst>
              <a:ext uri="{FF2B5EF4-FFF2-40B4-BE49-F238E27FC236}">
                <a16:creationId xmlns:a16="http://schemas.microsoft.com/office/drawing/2014/main" id="{7AA36461-552C-E633-1CF0-DB8BC7B43996}"/>
              </a:ext>
            </a:extLst>
          </p:cNvPr>
          <p:cNvSpPr>
            <a:spLocks noGrp="1"/>
          </p:cNvSpPr>
          <p:nvPr>
            <p:ph type="ftr" sz="quarter" idx="11"/>
          </p:nvPr>
        </p:nvSpPr>
        <p:spPr/>
        <p:txBody>
          <a:bodyPr/>
          <a:lstStyle/>
          <a:p>
            <a:r>
              <a:rPr lang="en-US"/>
              <a:t>Dept. of ECE, NMIT, Bengaluru</a:t>
            </a:r>
            <a:endParaRPr lang="en-IN"/>
          </a:p>
        </p:txBody>
      </p:sp>
      <p:sp>
        <p:nvSpPr>
          <p:cNvPr id="7" name="Slide Number Placeholder 6">
            <a:extLst>
              <a:ext uri="{FF2B5EF4-FFF2-40B4-BE49-F238E27FC236}">
                <a16:creationId xmlns:a16="http://schemas.microsoft.com/office/drawing/2014/main" id="{4365D169-0627-C229-C26B-84AA64B38361}"/>
              </a:ext>
            </a:extLst>
          </p:cNvPr>
          <p:cNvSpPr>
            <a:spLocks noGrp="1"/>
          </p:cNvSpPr>
          <p:nvPr>
            <p:ph type="sldNum" sz="quarter" idx="12"/>
          </p:nvPr>
        </p:nvSpPr>
        <p:spPr/>
        <p:txBody>
          <a:bodyPr/>
          <a:lstStyle/>
          <a:p>
            <a:fld id="{75249B9C-BF50-4540-B2D1-32A225E7564A}" type="slidenum">
              <a:rPr lang="en-IN"/>
              <a:t>‹#›</a:t>
            </a:fld>
            <a:endParaRPr lang="en-IN"/>
          </a:p>
        </p:txBody>
      </p:sp>
    </p:spTree>
    <p:extLst>
      <p:ext uri="{BB962C8B-B14F-4D97-AF65-F5344CB8AC3E}">
        <p14:creationId xmlns:p14="http://schemas.microsoft.com/office/powerpoint/2010/main" val="170502908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A5CB26-31EA-5AE3-3E63-6F2EFEC5C15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6815B1A-9C33-E8AE-6618-E625DB8E7DA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088B927-04A1-6ACB-7D83-CF9A45497181}"/>
              </a:ext>
            </a:extLst>
          </p:cNvPr>
          <p:cNvSpPr>
            <a:spLocks noGrp="1"/>
          </p:cNvSpPr>
          <p:nvPr>
            <p:ph type="dt" sz="half" idx="10"/>
          </p:nvPr>
        </p:nvSpPr>
        <p:spPr/>
        <p:txBody>
          <a:bodyPr/>
          <a:lstStyle/>
          <a:p>
            <a:fld id="{D1C140E7-F52A-4119-97FF-78F9513B4388}" type="datetime1">
              <a:rPr lang="en-IN"/>
              <a:t>19-10-2026</a:t>
            </a:fld>
            <a:endParaRPr lang="en-IN"/>
          </a:p>
        </p:txBody>
      </p:sp>
      <p:sp>
        <p:nvSpPr>
          <p:cNvPr id="5" name="Footer Placeholder 4">
            <a:extLst>
              <a:ext uri="{FF2B5EF4-FFF2-40B4-BE49-F238E27FC236}">
                <a16:creationId xmlns:a16="http://schemas.microsoft.com/office/drawing/2014/main" id="{E7E9898D-9F32-B8B8-1CB9-8DAEBCCF6BC0}"/>
              </a:ext>
            </a:extLst>
          </p:cNvPr>
          <p:cNvSpPr>
            <a:spLocks noGrp="1"/>
          </p:cNvSpPr>
          <p:nvPr>
            <p:ph type="ftr" sz="quarter" idx="11"/>
          </p:nvPr>
        </p:nvSpPr>
        <p:spPr/>
        <p:txBody>
          <a:bodyPr/>
          <a:lstStyle/>
          <a:p>
            <a:r>
              <a:rPr lang="en-US"/>
              <a:t>Dept. of ECE, NMIT, Bengaluru</a:t>
            </a:r>
            <a:endParaRPr lang="en-IN"/>
          </a:p>
        </p:txBody>
      </p:sp>
      <p:sp>
        <p:nvSpPr>
          <p:cNvPr id="6" name="Slide Number Placeholder 5">
            <a:extLst>
              <a:ext uri="{FF2B5EF4-FFF2-40B4-BE49-F238E27FC236}">
                <a16:creationId xmlns:a16="http://schemas.microsoft.com/office/drawing/2014/main" id="{C3F0E129-A7D7-908A-2DB9-C14597E8F088}"/>
              </a:ext>
            </a:extLst>
          </p:cNvPr>
          <p:cNvSpPr>
            <a:spLocks noGrp="1"/>
          </p:cNvSpPr>
          <p:nvPr>
            <p:ph type="sldNum" sz="quarter" idx="12"/>
          </p:nvPr>
        </p:nvSpPr>
        <p:spPr/>
        <p:txBody>
          <a:bodyPr/>
          <a:lstStyle/>
          <a:p>
            <a:fld id="{75249B9C-BF50-4540-B2D1-32A225E7564A}" type="slidenum">
              <a:rPr lang="en-IN"/>
              <a:t>‹#›</a:t>
            </a:fld>
            <a:endParaRPr lang="en-IN"/>
          </a:p>
        </p:txBody>
      </p:sp>
    </p:spTree>
    <p:extLst>
      <p:ext uri="{BB962C8B-B14F-4D97-AF65-F5344CB8AC3E}">
        <p14:creationId xmlns:p14="http://schemas.microsoft.com/office/powerpoint/2010/main" val="315753737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42730AC-48F0-F0FE-FE21-835054F7282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F894533-AC0F-B196-504E-399428B5863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42A9436-E8A2-F71D-A637-B20EA1490A07}"/>
              </a:ext>
            </a:extLst>
          </p:cNvPr>
          <p:cNvSpPr>
            <a:spLocks noGrp="1"/>
          </p:cNvSpPr>
          <p:nvPr>
            <p:ph type="dt" sz="half" idx="10"/>
          </p:nvPr>
        </p:nvSpPr>
        <p:spPr/>
        <p:txBody>
          <a:bodyPr/>
          <a:lstStyle/>
          <a:p>
            <a:fld id="{34E1CFB4-31DA-40A2-AE2B-F9FC033D0834}" type="datetime1">
              <a:rPr lang="en-IN"/>
              <a:t>19-10-2026</a:t>
            </a:fld>
            <a:endParaRPr lang="en-IN"/>
          </a:p>
        </p:txBody>
      </p:sp>
      <p:sp>
        <p:nvSpPr>
          <p:cNvPr id="5" name="Footer Placeholder 4">
            <a:extLst>
              <a:ext uri="{FF2B5EF4-FFF2-40B4-BE49-F238E27FC236}">
                <a16:creationId xmlns:a16="http://schemas.microsoft.com/office/drawing/2014/main" id="{3A1BF561-DBF4-21B8-CB10-BC790D209410}"/>
              </a:ext>
            </a:extLst>
          </p:cNvPr>
          <p:cNvSpPr>
            <a:spLocks noGrp="1"/>
          </p:cNvSpPr>
          <p:nvPr>
            <p:ph type="ftr" sz="quarter" idx="11"/>
          </p:nvPr>
        </p:nvSpPr>
        <p:spPr/>
        <p:txBody>
          <a:bodyPr/>
          <a:lstStyle/>
          <a:p>
            <a:r>
              <a:rPr lang="en-US"/>
              <a:t>Dept. of ECE, NMIT, Bengaluru</a:t>
            </a:r>
            <a:endParaRPr lang="en-IN"/>
          </a:p>
        </p:txBody>
      </p:sp>
      <p:sp>
        <p:nvSpPr>
          <p:cNvPr id="6" name="Slide Number Placeholder 5">
            <a:extLst>
              <a:ext uri="{FF2B5EF4-FFF2-40B4-BE49-F238E27FC236}">
                <a16:creationId xmlns:a16="http://schemas.microsoft.com/office/drawing/2014/main" id="{F2FADF1E-7BDA-43E8-BEF6-6F3FA39F5E6B}"/>
              </a:ext>
            </a:extLst>
          </p:cNvPr>
          <p:cNvSpPr>
            <a:spLocks noGrp="1"/>
          </p:cNvSpPr>
          <p:nvPr>
            <p:ph type="sldNum" sz="quarter" idx="12"/>
          </p:nvPr>
        </p:nvSpPr>
        <p:spPr/>
        <p:txBody>
          <a:bodyPr/>
          <a:lstStyle/>
          <a:p>
            <a:fld id="{75249B9C-BF50-4540-B2D1-32A225E7564A}" type="slidenum">
              <a:rPr lang="en-IN"/>
              <a:t>‹#›</a:t>
            </a:fld>
            <a:endParaRPr lang="en-IN"/>
          </a:p>
        </p:txBody>
      </p:sp>
    </p:spTree>
    <p:extLst>
      <p:ext uri="{BB962C8B-B14F-4D97-AF65-F5344CB8AC3E}">
        <p14:creationId xmlns:p14="http://schemas.microsoft.com/office/powerpoint/2010/main" val="30342071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1D4D9F3-48CF-9F1F-5BF9-D29B73C5EE1F}"/>
              </a:ext>
            </a:extLst>
          </p:cNvPr>
          <p:cNvSpPr>
            <a:spLocks noGrp="1"/>
          </p:cNvSpPr>
          <p:nvPr>
            <p:ph type="title"/>
          </p:nvPr>
        </p:nvSpPr>
        <p:spPr>
          <a:xfrm>
            <a:off x="838200" y="365125"/>
            <a:ext cx="10515600" cy="1325563"/>
          </a:xfrm>
          <a:prstGeom prst="rect">
            <a:avLst/>
          </a:prstGeom>
        </p:spPr>
        <p:txBody>
          <a:bodyPr vert="horz" lIns="91440" tIns="45720" rIns="91440" bIns="45720" anchor="ctr">
            <a:normAutofit/>
          </a:bodyPr>
          <a:lstStyle/>
          <a:p>
            <a:r>
              <a:t>Click to edit Master title style</a:t>
            </a:r>
          </a:p>
        </p:txBody>
      </p:sp>
      <p:sp>
        <p:nvSpPr>
          <p:cNvPr id="3" name="Text Placeholder 2">
            <a:extLst>
              <a:ext uri="{FF2B5EF4-FFF2-40B4-BE49-F238E27FC236}">
                <a16:creationId xmlns:a16="http://schemas.microsoft.com/office/drawing/2014/main" id="{D05C8141-6A62-88D2-9C9C-A178134DFAD7}"/>
              </a:ext>
            </a:extLst>
          </p:cNvPr>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506B990C-8F8B-41B6-BFA9-D2812EADA711}"/>
              </a:ext>
            </a:extLst>
          </p:cNvPr>
          <p:cNvSpPr>
            <a:spLocks noGrp="1"/>
          </p:cNvSpPr>
          <p:nvPr>
            <p:ph type="dt" idx="2"/>
          </p:nvPr>
        </p:nvSpPr>
        <p:spPr>
          <a:xfrm>
            <a:off x="838200" y="6356350"/>
            <a:ext cx="27432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fld id="{B3E8678F-226F-4E2D-9FCF-8D6254E13B72}" type="datetime1">
              <a:t>10/19/2026</a:t>
            </a:fld>
            <a:endParaRPr/>
          </a:p>
        </p:txBody>
      </p:sp>
      <p:sp>
        <p:nvSpPr>
          <p:cNvPr id="5" name="Footer Placeholder 4">
            <a:extLst>
              <a:ext uri="{FF2B5EF4-FFF2-40B4-BE49-F238E27FC236}">
                <a16:creationId xmlns:a16="http://schemas.microsoft.com/office/drawing/2014/main" id="{451F15A3-C5A8-D8EF-2CC0-B9FB4E8C3655}"/>
              </a:ext>
            </a:extLst>
          </p:cNvPr>
          <p:cNvSpPr>
            <a:spLocks noGrp="1"/>
          </p:cNvSpPr>
          <p:nvPr>
            <p:ph type="ftr" idx="3"/>
          </p:nvPr>
        </p:nvSpPr>
        <p:spPr>
          <a:xfrm>
            <a:off x="4038600" y="6356350"/>
            <a:ext cx="41148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a:r>
              <a:t>Dept. of ECE, NMIT, Bengaluru</a:t>
            </a:r>
          </a:p>
        </p:txBody>
      </p:sp>
      <p:sp>
        <p:nvSpPr>
          <p:cNvPr id="6" name="Slide Number Placeholder 5">
            <a:extLst>
              <a:ext uri="{FF2B5EF4-FFF2-40B4-BE49-F238E27FC236}">
                <a16:creationId xmlns:a16="http://schemas.microsoft.com/office/drawing/2014/main" id="{D3726CD6-7954-5145-9A9B-B583B27B2BD4}"/>
              </a:ext>
            </a:extLst>
          </p:cNvPr>
          <p:cNvSpPr>
            <a:spLocks noGrp="1"/>
          </p:cNvSpPr>
          <p:nvPr>
            <p:ph type="sldNum" idx="4"/>
          </p:nvPr>
        </p:nvSpPr>
        <p:spPr>
          <a:xfrm>
            <a:off x="8610600" y="6356350"/>
            <a:ext cx="27432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fld id="{75249B9C-BF50-4540-B2D1-32A225E7564A}"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l" defTabSz="914400">
        <a:lnSpc>
          <a:spcPct val="90000"/>
        </a:lnSpc>
        <a:spcBef>
          <a:spcPct val="0"/>
        </a:spcBef>
        <a:buNone/>
        <a:defRPr sz="4400" kern="1200">
          <a:solidFill>
            <a:schemeClr val="tx1"/>
          </a:solidFill>
          <a:latin typeface="+mj-lt"/>
          <a:ea typeface="+mj-lt"/>
          <a:cs typeface="+mj-lt"/>
        </a:defRPr>
      </a:lvl1pPr>
    </p:titleStyle>
    <p:bodyStyle>
      <a:lvl1pPr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1D4D9F3-48CF-9F1F-5BF9-D29B73C5EE1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05C8141-6A62-88D2-9C9C-A178134DFAD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06B990C-8F8B-41B6-BFA9-D2812EADA71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3E8678F-226F-4E2D-9FCF-8D6254E13B72}" type="datetime1">
              <a:rPr lang="en-IN"/>
              <a:t>19-10-2026</a:t>
            </a:fld>
            <a:endParaRPr lang="en-IN"/>
          </a:p>
        </p:txBody>
      </p:sp>
      <p:sp>
        <p:nvSpPr>
          <p:cNvPr id="5" name="Footer Placeholder 4">
            <a:extLst>
              <a:ext uri="{FF2B5EF4-FFF2-40B4-BE49-F238E27FC236}">
                <a16:creationId xmlns:a16="http://schemas.microsoft.com/office/drawing/2014/main" id="{451F15A3-C5A8-D8EF-2CC0-B9FB4E8C365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Dept. of ECE, NMIT, Bengaluru</a:t>
            </a:r>
            <a:endParaRPr lang="en-IN"/>
          </a:p>
        </p:txBody>
      </p:sp>
      <p:sp>
        <p:nvSpPr>
          <p:cNvPr id="6" name="Slide Number Placeholder 5">
            <a:extLst>
              <a:ext uri="{FF2B5EF4-FFF2-40B4-BE49-F238E27FC236}">
                <a16:creationId xmlns:a16="http://schemas.microsoft.com/office/drawing/2014/main" id="{D3726CD6-7954-5145-9A9B-B583B27B2BD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5249B9C-BF50-4540-B2D1-32A225E7564A}" type="slidenum">
              <a:rPr lang="en-IN"/>
              <a:t>‹#›</a:t>
            </a:fld>
            <a:endParaRPr lang="en-IN"/>
          </a:p>
        </p:txBody>
      </p:sp>
    </p:spTree>
    <p:extLst>
      <p:ext uri="{BB962C8B-B14F-4D97-AF65-F5344CB8AC3E}">
        <p14:creationId xmlns:p14="http://schemas.microsoft.com/office/powerpoint/2010/main" val="496431597"/>
      </p:ext>
    </p:extLst>
  </p:cSld>
  <p:clrMap bg1="lt1" tx1="dk1" bg2="lt2" tx2="dk2" accent1="accent1" accent2="accent2" accent3="accent3" accent4="accent4" accent5="accent5" accent6="accent6" hlink="hlink" folHlink="folHlink"/>
  <p:sldLayoutIdLst>
    <p:sldLayoutId id="3000000000" r:id="rId1"/>
    <p:sldLayoutId id="3000000001" r:id="rId2"/>
    <p:sldLayoutId id="3000000002" r:id="rId3"/>
    <p:sldLayoutId id="3000000003" r:id="rId4"/>
    <p:sldLayoutId id="3000000004" r:id="rId5"/>
    <p:sldLayoutId id="3000000005" r:id="rId6"/>
    <p:sldLayoutId id="3000000006" r:id="rId7"/>
    <p:sldLayoutId id="3000000007" r:id="rId8"/>
    <p:sldLayoutId id="3000000008" r:id="rId9"/>
    <p:sldLayoutId id="3000000009" r:id="rId10"/>
    <p:sldLayoutId id="3000000010"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D393A-8365-3C41-2C17-6494BBBD7105}"/>
              </a:ext>
            </a:extLst>
          </p:cNvPr>
          <p:cNvSpPr>
            <a:spLocks noGrp="1"/>
          </p:cNvSpPr>
          <p:nvPr>
            <p:ph type="title"/>
          </p:nvPr>
        </p:nvSpPr>
        <p:spPr>
          <a:xfrm>
            <a:off x="0" y="1"/>
            <a:ext cx="12192000" cy="1074655"/>
          </a:xfrm>
          <a:solidFill>
            <a:srgbClr val="002060"/>
          </a:solidFill>
        </p:spPr>
        <p:txBody>
          <a:bodyPr>
            <a:normAutofit fontScale="90000"/>
          </a:bodyPr>
          <a:lstStyle/>
          <a:p>
            <a:pPr algn="ctr">
              <a:lnSpc>
                <a:spcPct val="115000"/>
              </a:lnSpc>
              <a:spcAft>
                <a:spcPts val="1000"/>
              </a:spcAft>
            </a:pPr>
            <a:r>
              <a:rPr lang="en-US" sz="4000" b="1" dirty="0">
                <a:solidFill>
                  <a:schemeClr val="bg1"/>
                </a:solidFill>
                <a:effectLst/>
                <a:latin typeface="Times New Roman" panose="02020603050405020304" pitchFamily="18" charset="0"/>
                <a:ea typeface="Calibri" panose="020F0502020204030204" pitchFamily="34" charset="0"/>
                <a:cs typeface="Gautami" panose="020B0502040204020203" pitchFamily="34" charset="0"/>
              </a:rPr>
              <a:t>Project Work Phase-2       </a:t>
            </a:r>
            <a:br>
              <a:rPr lang="en-US" sz="4000" b="1" dirty="0">
                <a:solidFill>
                  <a:schemeClr val="bg1"/>
                </a:solidFill>
                <a:effectLst/>
                <a:latin typeface="Times New Roman" panose="02020603050405020304" pitchFamily="18" charset="0"/>
                <a:ea typeface="Calibri" panose="020F0502020204030204" pitchFamily="34" charset="0"/>
                <a:cs typeface="Gautami" panose="020B0502040204020203" pitchFamily="34" charset="0"/>
              </a:rPr>
            </a:br>
            <a:r>
              <a:rPr lang="en-US" sz="4000" b="1" dirty="0">
                <a:solidFill>
                  <a:schemeClr val="bg1"/>
                </a:solidFill>
                <a:effectLst/>
                <a:latin typeface="Times New Roman" panose="02020603050405020304" pitchFamily="18" charset="0"/>
                <a:ea typeface="Calibri" panose="020F0502020204030204" pitchFamily="34" charset="0"/>
                <a:cs typeface="Gautami" panose="020B0502040204020203" pitchFamily="34" charset="0"/>
              </a:rPr>
              <a:t>7th semester  AY: 2026-27</a:t>
            </a:r>
            <a:endParaRPr lang="en-IN" sz="4000" dirty="0">
              <a:solidFill>
                <a:schemeClr val="bg1"/>
              </a:solidFill>
              <a:effectLst/>
              <a:latin typeface="Calibri" panose="020F0502020204030204" pitchFamily="34" charset="0"/>
              <a:ea typeface="Calibri" panose="020F0502020204030204" pitchFamily="34" charset="0"/>
              <a:cs typeface="Gautami" panose="020B0502040204020203" pitchFamily="34" charset="0"/>
            </a:endParaRPr>
          </a:p>
        </p:txBody>
      </p:sp>
      <p:sp>
        <p:nvSpPr>
          <p:cNvPr id="3" name="Content Placeholder 2">
            <a:extLst>
              <a:ext uri="{FF2B5EF4-FFF2-40B4-BE49-F238E27FC236}">
                <a16:creationId xmlns:a16="http://schemas.microsoft.com/office/drawing/2014/main" id="{3B6D72A9-5B77-2FAD-A296-659695D34C01}"/>
              </a:ext>
            </a:extLst>
          </p:cNvPr>
          <p:cNvSpPr>
            <a:spLocks noGrp="1"/>
          </p:cNvSpPr>
          <p:nvPr>
            <p:ph idx="1"/>
          </p:nvPr>
        </p:nvSpPr>
        <p:spPr>
          <a:xfrm>
            <a:off x="-1" y="1382565"/>
            <a:ext cx="12191999" cy="4980528"/>
          </a:xfrm>
        </p:spPr>
        <p:txBody>
          <a:bodyPr>
            <a:normAutofit fontScale="92500" lnSpcReduction="10000"/>
          </a:bodyPr>
          <a:lstStyle/>
          <a:p>
            <a:pPr marL="0" indent="0" algn="ctr">
              <a:buNone/>
            </a:pPr>
            <a:r>
              <a:rPr lang="en-US" sz="3600" b="1" dirty="0">
                <a:solidFill>
                  <a:srgbClr val="FF0000"/>
                </a:solidFill>
                <a:latin typeface="Times New Roman" panose="02020603050405020304" pitchFamily="18" charset="0"/>
                <a:cs typeface="Times New Roman" panose="02020603050405020304" pitchFamily="18" charset="0"/>
              </a:rPr>
              <a:t>Review 2 Presentation </a:t>
            </a:r>
          </a:p>
          <a:p>
            <a:pPr marL="0" indent="0">
              <a:buNone/>
            </a:pPr>
            <a:r>
              <a:rPr lang="en-US" sz="3300" b="1" dirty="0">
                <a:solidFill>
                  <a:srgbClr val="0070C0"/>
                </a:solidFill>
                <a:latin typeface="Times New Roman" panose="02020603050405020304" pitchFamily="18" charset="0"/>
                <a:cs typeface="Times New Roman" panose="02020603050405020304" pitchFamily="18" charset="0"/>
              </a:rPr>
              <a:t>Project Title: Enhancing Emergency Response Through IoT-Integrated 		     Smart Ambulance and GPS Monitoring</a:t>
            </a:r>
          </a:p>
          <a:p>
            <a:pPr marL="0" indent="0" algn="ctr">
              <a:buNone/>
            </a:pPr>
            <a:endParaRPr lang="en-US" b="1" dirty="0">
              <a:latin typeface="Times New Roman" panose="02020603050405020304" pitchFamily="18" charset="0"/>
              <a:cs typeface="Times New Roman" panose="02020603050405020304" pitchFamily="18" charset="0"/>
            </a:endParaRPr>
          </a:p>
          <a:p>
            <a:pPr marL="0" indent="0" algn="ctr">
              <a:buNone/>
            </a:pPr>
            <a:r>
              <a:rPr lang="en-US" sz="2400" b="1" dirty="0">
                <a:latin typeface="Times New Roman" panose="02020603050405020304" pitchFamily="18" charset="0"/>
                <a:cs typeface="Times New Roman" panose="02020603050405020304" pitchFamily="18" charset="0"/>
              </a:rPr>
              <a:t>Presented By</a:t>
            </a:r>
          </a:p>
          <a:p>
            <a:pPr marL="0" indent="0" algn="ctr">
              <a:buNone/>
            </a:pPr>
            <a:r>
              <a:rPr lang="en-US" sz="2100" dirty="0">
                <a:latin typeface="Times New Roman" panose="02020603050405020304" pitchFamily="18" charset="0"/>
                <a:cs typeface="Times New Roman" panose="02020603050405020304" pitchFamily="18" charset="0"/>
              </a:rPr>
              <a:t>Rahul S (1NT23EC120)</a:t>
            </a:r>
          </a:p>
          <a:p>
            <a:pPr marL="0" indent="0" algn="ctr">
              <a:buNone/>
            </a:pPr>
            <a:r>
              <a:rPr lang="en-US" sz="2100" dirty="0">
                <a:latin typeface="Times New Roman" panose="02020603050405020304" pitchFamily="18" charset="0"/>
                <a:cs typeface="Times New Roman" panose="02020603050405020304" pitchFamily="18" charset="0"/>
              </a:rPr>
              <a:t>Rakshita S Wagge (1NT23EC124)</a:t>
            </a:r>
          </a:p>
          <a:p>
            <a:pPr marL="0" indent="0" algn="ctr">
              <a:buNone/>
            </a:pPr>
            <a:r>
              <a:rPr lang="en-US" sz="2400" b="1" dirty="0">
                <a:latin typeface="Times New Roman" panose="02020603050405020304" pitchFamily="18" charset="0"/>
                <a:cs typeface="Times New Roman" panose="02020603050405020304" pitchFamily="18" charset="0"/>
              </a:rPr>
              <a:t>            </a:t>
            </a:r>
          </a:p>
          <a:p>
            <a:pPr marL="0" indent="0" algn="ctr">
              <a:buNone/>
            </a:pPr>
            <a:r>
              <a:rPr lang="en-US" sz="2400" b="1" dirty="0">
                <a:latin typeface="Times New Roman" panose="02020603050405020304" pitchFamily="18" charset="0"/>
                <a:cs typeface="Times New Roman" panose="02020603050405020304" pitchFamily="18" charset="0"/>
              </a:rPr>
              <a:t>               Project Supervisor 	</a:t>
            </a:r>
          </a:p>
          <a:p>
            <a:pPr marL="0" indent="0" algn="ctr">
              <a:buNone/>
            </a:pPr>
            <a:r>
              <a:rPr lang="en-US" sz="1600" dirty="0">
                <a:latin typeface="Times New Roman" panose="02020603050405020304" pitchFamily="18" charset="0"/>
                <a:cs typeface="Times New Roman" panose="02020603050405020304" pitchFamily="18" charset="0"/>
              </a:rPr>
              <a:t>            Dr. Manjula B M</a:t>
            </a:r>
          </a:p>
          <a:p>
            <a:pPr marL="0" indent="0" algn="ctr">
              <a:buNone/>
            </a:pPr>
            <a:r>
              <a:rPr lang="en-US" sz="1600" dirty="0">
                <a:latin typeface="Times New Roman" panose="02020603050405020304" pitchFamily="18" charset="0"/>
                <a:cs typeface="Times New Roman" panose="02020603050405020304" pitchFamily="18" charset="0"/>
              </a:rPr>
              <a:t>              Professor</a:t>
            </a:r>
          </a:p>
          <a:p>
            <a:pPr marL="0" indent="0" algn="ctr">
              <a:buNone/>
            </a:pPr>
            <a:r>
              <a:rPr lang="en-US" sz="1600" dirty="0">
                <a:latin typeface="Times New Roman" panose="02020603050405020304" pitchFamily="18" charset="0"/>
                <a:cs typeface="Times New Roman" panose="02020603050405020304" pitchFamily="18" charset="0"/>
              </a:rPr>
              <a:t>Dept. of Electronics and Communication Engineering</a:t>
            </a:r>
          </a:p>
          <a:p>
            <a:pPr marL="0" indent="0" algn="ctr">
              <a:buNone/>
            </a:pPr>
            <a:r>
              <a:rPr lang="en-US" sz="1600" dirty="0">
                <a:latin typeface="Times New Roman" panose="02020603050405020304" pitchFamily="18" charset="0"/>
                <a:cs typeface="Times New Roman" panose="02020603050405020304" pitchFamily="18" charset="0"/>
              </a:rPr>
              <a:t>         Nitte Meenakshi Institute of Technology, Yelahanka, Bangalore-560064</a:t>
            </a:r>
          </a:p>
          <a:p>
            <a:endParaRPr lang="en-IN" sz="24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3D9C6012-FCED-4937-A4AB-8CEEC135A13C}"/>
              </a:ext>
            </a:extLst>
          </p:cNvPr>
          <p:cNvSpPr>
            <a:spLocks noGrp="1"/>
          </p:cNvSpPr>
          <p:nvPr>
            <p:ph type="ftr" sz="quarter" idx="11"/>
          </p:nvPr>
        </p:nvSpPr>
        <p:spPr>
          <a:xfrm>
            <a:off x="2" y="6492875"/>
            <a:ext cx="12191998" cy="365125"/>
          </a:xfrm>
          <a:solidFill>
            <a:srgbClr val="002060"/>
          </a:solidFill>
        </p:spPr>
        <p:txBody>
          <a:bodyPr/>
          <a:lstStyle/>
          <a:p>
            <a:pPr algn="l"/>
            <a:r>
              <a:rPr lang="en-US" b="1" dirty="0">
                <a:solidFill>
                  <a:schemeClr val="bg1"/>
                </a:solidFill>
                <a:latin typeface="Times New Roman" panose="02020603050405020304" pitchFamily="18" charset="0"/>
                <a:cs typeface="Times New Roman" panose="02020603050405020304" pitchFamily="18" charset="0"/>
              </a:rPr>
              <a:t>Dept. of Electronics and Communication Engineering, NMIT, Bengaluru                                                                                                                                                                                             1                     </a:t>
            </a:r>
            <a:endParaRPr lang="en-IN" b="1" dirty="0">
              <a:solidFill>
                <a:schemeClr val="bg1"/>
              </a:solidFill>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1E8516B0-35CE-4CCF-9551-DDE8B782C558}"/>
              </a:ext>
            </a:extLst>
          </p:cNvPr>
          <p:cNvPicPr>
            <a:picLocks noChangeAspect="1"/>
          </p:cNvPicPr>
          <p:nvPr/>
        </p:nvPicPr>
        <p:blipFill>
          <a:blip r:embed="rId3"/>
          <a:stretch>
            <a:fillRect/>
          </a:stretch>
        </p:blipFill>
        <p:spPr>
          <a:xfrm>
            <a:off x="0" y="155183"/>
            <a:ext cx="3443603" cy="770103"/>
          </a:xfrm>
          <a:prstGeom prst="rect">
            <a:avLst/>
          </a:prstGeom>
        </p:spPr>
      </p:pic>
    </p:spTree>
    <p:extLst>
      <p:ext uri="{BB962C8B-B14F-4D97-AF65-F5344CB8AC3E}">
        <p14:creationId xmlns:p14="http://schemas.microsoft.com/office/powerpoint/2010/main" val="40972559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D393A-8365-3C41-2C17-6494BBBD7105}"/>
              </a:ext>
            </a:extLst>
          </p:cNvPr>
          <p:cNvSpPr>
            <a:spLocks noGrp="1"/>
          </p:cNvSpPr>
          <p:nvPr>
            <p:ph type="title"/>
          </p:nvPr>
        </p:nvSpPr>
        <p:spPr>
          <a:xfrm>
            <a:off x="0" y="1"/>
            <a:ext cx="12192000" cy="662939"/>
          </a:xfrm>
          <a:solidFill>
            <a:srgbClr val="002060"/>
          </a:solidFill>
        </p:spPr>
        <p:txBody>
          <a:bodyPr>
            <a:normAutofit fontScale="90000"/>
          </a:bodyPr>
          <a:lstStyle/>
          <a:p>
            <a:pPr algn="ctr"/>
            <a:r>
              <a:rPr lang="en-US" sz="4800" b="1" dirty="0">
                <a:solidFill>
                  <a:schemeClr val="bg1"/>
                </a:solidFill>
                <a:latin typeface="Times New Roman" panose="02020603050405020304" pitchFamily="18" charset="0"/>
                <a:cs typeface="Times New Roman" panose="02020603050405020304" pitchFamily="18" charset="0"/>
              </a:rPr>
              <a:t>Project Objectives</a:t>
            </a:r>
            <a:endParaRPr lang="en-IN" sz="4800" b="1" dirty="0">
              <a:solidFill>
                <a:schemeClr val="bg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B6D72A9-5B77-2FAD-A296-659695D34C01}"/>
              </a:ext>
            </a:extLst>
          </p:cNvPr>
          <p:cNvSpPr>
            <a:spLocks noGrp="1"/>
          </p:cNvSpPr>
          <p:nvPr>
            <p:ph idx="1"/>
          </p:nvPr>
        </p:nvSpPr>
        <p:spPr>
          <a:xfrm>
            <a:off x="1" y="1087643"/>
            <a:ext cx="12191999" cy="4980528"/>
          </a:xfrm>
        </p:spPr>
        <p:txBody>
          <a:bodyPr>
            <a:normAutofit/>
          </a:bodyPr>
          <a:lstStyle/>
          <a:p>
            <a:pPr marL="457200" indent="-457200">
              <a:buAutoNum type="arabicPeriod"/>
            </a:pPr>
            <a:r>
              <a:rPr lang="en-US" sz="2000" dirty="0">
                <a:latin typeface="Times New Roman" panose="02020603050405020304" pitchFamily="18" charset="0"/>
                <a:cs typeface="Times New Roman" panose="02020603050405020304" pitchFamily="18" charset="0"/>
              </a:rPr>
              <a:t>To develop a BLE-based mobile communication backbone for transmitting real-time patient vitals to a mobile application, which securely forwards data to the cloud using MQTT over TLS, with CoAP as a backup.</a:t>
            </a:r>
          </a:p>
          <a:p>
            <a:pPr marL="457200" indent="-457200">
              <a:buAutoNum type="arabicPeriod"/>
            </a:pPr>
            <a:r>
              <a:rPr lang="en-IN" sz="2000" dirty="0">
                <a:latin typeface="Times New Roman" panose="02020603050405020304" pitchFamily="18" charset="0"/>
                <a:cs typeface="Times New Roman" panose="02020603050405020304" pitchFamily="18" charset="0"/>
              </a:rPr>
              <a:t>To integrate GPS-based ambulance tracking with OSRM routing to estimate travel distance and arrival time at the selected hospital.</a:t>
            </a:r>
          </a:p>
          <a:p>
            <a:pPr marL="457200" indent="-457200">
              <a:buAutoNum type="arabicPeriod"/>
            </a:pPr>
            <a:r>
              <a:rPr lang="en-US" sz="2000" dirty="0">
                <a:latin typeface="Times New Roman" panose="02020603050405020304" pitchFamily="18" charset="0"/>
                <a:cs typeface="Times New Roman" panose="02020603050405020304" pitchFamily="18" charset="0"/>
              </a:rPr>
              <a:t>To integrate the existing patient health monitoring system with the mobile communication backbone for continuous vital acquisition, transmission, and remote monitoring during ambulance transit.</a:t>
            </a:r>
          </a:p>
          <a:p>
            <a:pPr marL="457200" indent="-457200">
              <a:buAutoNum type="arabicPeriod"/>
            </a:pPr>
            <a:r>
              <a:rPr lang="en-US" sz="2000" dirty="0">
                <a:latin typeface="Times New Roman" panose="02020603050405020304" pitchFamily="18" charset="0"/>
                <a:cs typeface="Times New Roman" panose="02020603050405020304" pitchFamily="18" charset="0"/>
              </a:rPr>
              <a:t>To implement RTOS-based concurrent task management for sensor acquisition, vital processing, communication, and local display, ensuring responsive and reliable operation.</a:t>
            </a:r>
          </a:p>
          <a:p>
            <a:pPr marL="457200" indent="-457200">
              <a:buAutoNum type="arabicPeriod"/>
            </a:pPr>
            <a:r>
              <a:rPr lang="en-US" sz="2000" dirty="0">
                <a:latin typeface="Times New Roman" panose="02020603050405020304" pitchFamily="18" charset="0"/>
                <a:cs typeface="Times New Roman" panose="02020603050405020304" pitchFamily="18" charset="0"/>
              </a:rPr>
              <a:t>To develop an ML-based patient risk prediction module that analyses real-time vitals, identifies potential deterioration, and classifies patient risk levels for early clinical assessment.</a:t>
            </a:r>
          </a:p>
        </p:txBody>
      </p:sp>
      <p:sp>
        <p:nvSpPr>
          <p:cNvPr id="4" name="Footer Placeholder 3">
            <a:extLst>
              <a:ext uri="{FF2B5EF4-FFF2-40B4-BE49-F238E27FC236}">
                <a16:creationId xmlns:a16="http://schemas.microsoft.com/office/drawing/2014/main" id="{3D9C6012-FCED-4937-A4AB-8CEEC135A13C}"/>
              </a:ext>
            </a:extLst>
          </p:cNvPr>
          <p:cNvSpPr>
            <a:spLocks noGrp="1"/>
          </p:cNvSpPr>
          <p:nvPr>
            <p:ph type="ftr" sz="quarter" idx="11"/>
          </p:nvPr>
        </p:nvSpPr>
        <p:spPr>
          <a:xfrm>
            <a:off x="2" y="6492875"/>
            <a:ext cx="12191998" cy="365125"/>
          </a:xfrm>
          <a:solidFill>
            <a:srgbClr val="002060"/>
          </a:solidFill>
        </p:spPr>
        <p:txBody>
          <a:bodyPr/>
          <a:lstStyle/>
          <a:p>
            <a:pPr algn="l"/>
            <a:r>
              <a:rPr lang="en-US" b="1" dirty="0">
                <a:solidFill>
                  <a:schemeClr val="bg1"/>
                </a:solidFill>
                <a:latin typeface="Times New Roman" panose="02020603050405020304" pitchFamily="18" charset="0"/>
                <a:cs typeface="Times New Roman" panose="02020603050405020304" pitchFamily="18" charset="0"/>
              </a:rPr>
              <a:t>Dept. of Electronics and Communication Engineering, NMIT, Bengaluru                                                                                                                                                                                             8                     </a:t>
            </a:r>
            <a:endParaRPr lang="en-IN" b="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834287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D393A-8365-3C41-2C17-6494BBBD7105}"/>
              </a:ext>
            </a:extLst>
          </p:cNvPr>
          <p:cNvSpPr>
            <a:spLocks noGrp="1"/>
          </p:cNvSpPr>
          <p:nvPr>
            <p:ph type="title"/>
          </p:nvPr>
        </p:nvSpPr>
        <p:spPr>
          <a:xfrm>
            <a:off x="0" y="1"/>
            <a:ext cx="12192000" cy="720089"/>
          </a:xfrm>
          <a:solidFill>
            <a:srgbClr val="002060"/>
          </a:solidFill>
        </p:spPr>
        <p:txBody>
          <a:bodyPr>
            <a:normAutofit fontScale="90000"/>
          </a:bodyPr>
          <a:lstStyle/>
          <a:p>
            <a:pPr algn="ctr"/>
            <a:r>
              <a:rPr lang="en-US" sz="4800" b="1" dirty="0">
                <a:solidFill>
                  <a:schemeClr val="bg1"/>
                </a:solidFill>
                <a:latin typeface="Times New Roman" panose="02020603050405020304" pitchFamily="18" charset="0"/>
                <a:cs typeface="Times New Roman" panose="02020603050405020304" pitchFamily="18" charset="0"/>
              </a:rPr>
              <a:t>Architecture</a:t>
            </a:r>
          </a:p>
        </p:txBody>
      </p:sp>
      <p:pic>
        <p:nvPicPr>
          <p:cNvPr id="6" name="Content Placeholder 5">
            <a:extLst>
              <a:ext uri="{FF2B5EF4-FFF2-40B4-BE49-F238E27FC236}">
                <a16:creationId xmlns:a16="http://schemas.microsoft.com/office/drawing/2014/main" id="{B5C16895-2E20-D22E-D3B7-58A798CEE46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44661" y="717979"/>
            <a:ext cx="7702677" cy="5777008"/>
          </a:xfrm>
          <a:prstGeom prst="rect">
            <a:avLst/>
          </a:prstGeom>
        </p:spPr>
      </p:pic>
      <p:sp>
        <p:nvSpPr>
          <p:cNvPr id="4" name="Footer Placeholder 3">
            <a:extLst>
              <a:ext uri="{FF2B5EF4-FFF2-40B4-BE49-F238E27FC236}">
                <a16:creationId xmlns:a16="http://schemas.microsoft.com/office/drawing/2014/main" id="{3D9C6012-FCED-4937-A4AB-8CEEC135A13C}"/>
              </a:ext>
            </a:extLst>
          </p:cNvPr>
          <p:cNvSpPr>
            <a:spLocks noGrp="1"/>
          </p:cNvSpPr>
          <p:nvPr>
            <p:ph type="ftr" sz="quarter" idx="11"/>
          </p:nvPr>
        </p:nvSpPr>
        <p:spPr>
          <a:xfrm>
            <a:off x="2" y="6492875"/>
            <a:ext cx="12191998" cy="365125"/>
          </a:xfrm>
          <a:solidFill>
            <a:srgbClr val="002060"/>
          </a:solidFill>
        </p:spPr>
        <p:txBody>
          <a:bodyPr/>
          <a:lstStyle/>
          <a:p>
            <a:pPr algn="l"/>
            <a:r>
              <a:rPr lang="en-US" b="1" dirty="0">
                <a:solidFill>
                  <a:schemeClr val="bg1"/>
                </a:solidFill>
                <a:latin typeface="Times New Roman" panose="02020603050405020304" pitchFamily="18" charset="0"/>
                <a:cs typeface="Times New Roman" panose="02020603050405020304" pitchFamily="18" charset="0"/>
              </a:rPr>
              <a:t>Dept. of Electronics and Communication Engineering, NMIT, Bengaluru                                                                                                                                                                                             8                     </a:t>
            </a:r>
            <a:endParaRPr lang="en-IN" b="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335963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Straight Arrow Connector 9">
            <a:extLst>
              <a:ext uri="{FF2B5EF4-FFF2-40B4-BE49-F238E27FC236}">
                <a16:creationId xmlns:a16="http://schemas.microsoft.com/office/drawing/2014/main" id="{FF5D2C32-B14B-4ED2-ABEE-24008D861733}"/>
              </a:ext>
            </a:extLst>
          </p:cNvPr>
          <p:cNvCxnSpPr>
            <a:stCxn id="5" idx="2"/>
            <a:endCxn id="6" idx="0"/>
          </p:cNvCxnSpPr>
          <p:nvPr/>
        </p:nvCxnSpPr>
        <p:spPr>
          <a:xfrm>
            <a:off x="6096000" y="4876800"/>
            <a:ext cx="0" cy="285750"/>
          </a:xfrm>
          <a:prstGeom prst="straightConnector1">
            <a:avLst/>
          </a:prstGeom>
          <a:ln w="19050">
            <a:solidFill>
              <a:srgbClr val="002060"/>
            </a:solidFill>
            <a:headEnd type="arrow" w="med" len="med"/>
            <a:tailEnd type="arrow" w="med" len="med"/>
          </a:ln>
        </p:spPr>
      </p:cxnSp>
      <p:cxnSp>
        <p:nvCxnSpPr>
          <p:cNvPr id="9" name="Straight Arrow Connector 8">
            <a:extLst>
              <a:ext uri="{FF2B5EF4-FFF2-40B4-BE49-F238E27FC236}">
                <a16:creationId xmlns:a16="http://schemas.microsoft.com/office/drawing/2014/main" id="{A2573AE6-3827-4E89-A771-1BBF72BCF005}"/>
              </a:ext>
            </a:extLst>
          </p:cNvPr>
          <p:cNvCxnSpPr>
            <a:stCxn id="4" idx="2"/>
            <a:endCxn id="5" idx="0"/>
          </p:cNvCxnSpPr>
          <p:nvPr/>
        </p:nvCxnSpPr>
        <p:spPr>
          <a:xfrm>
            <a:off x="6096000" y="3848100"/>
            <a:ext cx="0" cy="285750"/>
          </a:xfrm>
          <a:prstGeom prst="straightConnector1">
            <a:avLst/>
          </a:prstGeom>
          <a:ln w="19050">
            <a:solidFill>
              <a:srgbClr val="002060"/>
            </a:solidFill>
            <a:headEnd type="arrow" w="med" len="med"/>
            <a:tailEnd type="arrow" w="med" len="med"/>
          </a:ln>
        </p:spPr>
      </p:cxnSp>
      <p:cxnSp>
        <p:nvCxnSpPr>
          <p:cNvPr id="8" name="Straight Arrow Connector 7">
            <a:extLst>
              <a:ext uri="{FF2B5EF4-FFF2-40B4-BE49-F238E27FC236}">
                <a16:creationId xmlns:a16="http://schemas.microsoft.com/office/drawing/2014/main" id="{595D51A7-2A1A-4F49-A8C3-6AFDACFDB6BE}"/>
              </a:ext>
            </a:extLst>
          </p:cNvPr>
          <p:cNvCxnSpPr>
            <a:stCxn id="3" idx="2"/>
            <a:endCxn id="4" idx="0"/>
          </p:cNvCxnSpPr>
          <p:nvPr/>
        </p:nvCxnSpPr>
        <p:spPr>
          <a:xfrm>
            <a:off x="6096000" y="2819400"/>
            <a:ext cx="0" cy="285750"/>
          </a:xfrm>
          <a:prstGeom prst="straightConnector1">
            <a:avLst/>
          </a:prstGeom>
          <a:ln w="19050">
            <a:solidFill>
              <a:srgbClr val="002060"/>
            </a:solidFill>
            <a:headEnd type="arrow" w="med" len="med"/>
            <a:tailEnd type="arrow" w="med" len="med"/>
          </a:ln>
        </p:spPr>
      </p:cxnSp>
      <p:cxnSp>
        <p:nvCxnSpPr>
          <p:cNvPr id="7" name="Straight Arrow Connector 6">
            <a:extLst>
              <a:ext uri="{FF2B5EF4-FFF2-40B4-BE49-F238E27FC236}">
                <a16:creationId xmlns:a16="http://schemas.microsoft.com/office/drawing/2014/main" id="{DD148F23-96A2-428C-ADF1-E39746709211}"/>
              </a:ext>
            </a:extLst>
          </p:cNvPr>
          <p:cNvCxnSpPr>
            <a:stCxn id="2" idx="2"/>
            <a:endCxn id="3" idx="0"/>
          </p:cNvCxnSpPr>
          <p:nvPr/>
        </p:nvCxnSpPr>
        <p:spPr>
          <a:xfrm>
            <a:off x="6096000" y="1790700"/>
            <a:ext cx="0" cy="285750"/>
          </a:xfrm>
          <a:prstGeom prst="straightConnector1">
            <a:avLst/>
          </a:prstGeom>
          <a:ln w="19050">
            <a:solidFill>
              <a:srgbClr val="002060"/>
            </a:solidFill>
            <a:headEnd type="arrow" w="med" len="med"/>
            <a:tailEnd type="arrow" w="med" len="med"/>
          </a:ln>
        </p:spPr>
      </p:cxnSp>
      <p:sp>
        <p:nvSpPr>
          <p:cNvPr id="13" name="BLE Stack Architecture on ESP32">
            <a:extLst>
              <a:ext uri="{FF2B5EF4-FFF2-40B4-BE49-F238E27FC236}">
                <a16:creationId xmlns:a16="http://schemas.microsoft.com/office/drawing/2014/main" id="{4550D5D2-43D7-4807-A1B2-F1ED779FCA87}"/>
              </a:ext>
            </a:extLst>
          </p:cNvPr>
          <p:cNvSpPr>
            <a:spLocks noGrp="1"/>
          </p:cNvSpPr>
          <p:nvPr/>
        </p:nvSpPr>
        <p:spPr>
          <a:xfrm>
            <a:off x="0" y="0"/>
            <a:ext cx="12192000" cy="762000"/>
          </a:xfrm>
          <a:prstGeom prst="rect">
            <a:avLst/>
          </a:prstGeom>
          <a:solidFill>
            <a:srgbClr val="002060"/>
          </a:solidFill>
          <a:ln w="15240">
            <a:solidFill>
              <a:srgbClr val="002060"/>
            </a:solidFill>
          </a:ln>
        </p:spPr>
        <p:txBody>
          <a:bodyPr lIns="57150" tIns="57150" rIns="57150" bIns="57150" anchor="ctr"/>
          <a:lstStyle>
            <a:defPPr algn="ctr">
              <a:defRPr sz="3900" b="1">
                <a:solidFill>
                  <a:srgbClr val="FFFFFF"/>
                </a:solidFill>
                <a:latin typeface="Times New Roman"/>
                <a:ea typeface="Times New Roman"/>
                <a:cs typeface="Times New Roman"/>
              </a:defRPr>
            </a:defPPr>
            <a:lvl1pPr algn="ctr">
              <a:defRPr sz="3900" b="1">
                <a:solidFill>
                  <a:srgbClr val="FFFFFF"/>
                </a:solidFill>
                <a:latin typeface="Times New Roman"/>
                <a:ea typeface="Times New Roman"/>
                <a:cs typeface="Times New Roman"/>
              </a:defRPr>
            </a:lvl1pPr>
            <a:lvl2pPr algn="ctr">
              <a:defRPr sz="3900" b="1">
                <a:solidFill>
                  <a:srgbClr val="FFFFFF"/>
                </a:solidFill>
                <a:latin typeface="Times New Roman"/>
                <a:ea typeface="Times New Roman"/>
                <a:cs typeface="Times New Roman"/>
              </a:defRPr>
            </a:lvl2pPr>
            <a:lvl3pPr algn="ctr">
              <a:defRPr sz="3900" b="1">
                <a:solidFill>
                  <a:srgbClr val="FFFFFF"/>
                </a:solidFill>
                <a:latin typeface="Times New Roman"/>
                <a:ea typeface="Times New Roman"/>
                <a:cs typeface="Times New Roman"/>
              </a:defRPr>
            </a:lvl3pPr>
            <a:lvl4pPr algn="ctr">
              <a:defRPr sz="3900" b="1">
                <a:solidFill>
                  <a:srgbClr val="FFFFFF"/>
                </a:solidFill>
                <a:latin typeface="Times New Roman"/>
                <a:ea typeface="Times New Roman"/>
                <a:cs typeface="Times New Roman"/>
              </a:defRPr>
            </a:lvl4pPr>
            <a:lvl5pPr algn="ctr">
              <a:defRPr sz="3900" b="1">
                <a:solidFill>
                  <a:srgbClr val="FFFFFF"/>
                </a:solidFill>
                <a:latin typeface="Times New Roman"/>
                <a:ea typeface="Times New Roman"/>
                <a:cs typeface="Times New Roman"/>
              </a:defRPr>
            </a:lvl5pPr>
            <a:lvl6pPr algn="ctr">
              <a:defRPr sz="3900" b="1">
                <a:solidFill>
                  <a:srgbClr val="FFFFFF"/>
                </a:solidFill>
                <a:latin typeface="Times New Roman"/>
                <a:ea typeface="Times New Roman"/>
                <a:cs typeface="Times New Roman"/>
              </a:defRPr>
            </a:lvl6pPr>
            <a:lvl7pPr algn="ctr">
              <a:defRPr sz="3900" b="1">
                <a:solidFill>
                  <a:srgbClr val="FFFFFF"/>
                </a:solidFill>
                <a:latin typeface="Times New Roman"/>
                <a:ea typeface="Times New Roman"/>
                <a:cs typeface="Times New Roman"/>
              </a:defRPr>
            </a:lvl7pPr>
            <a:lvl8pPr algn="ctr">
              <a:defRPr sz="3900" b="1">
                <a:solidFill>
                  <a:srgbClr val="FFFFFF"/>
                </a:solidFill>
                <a:latin typeface="Times New Roman"/>
                <a:ea typeface="Times New Roman"/>
                <a:cs typeface="Times New Roman"/>
              </a:defRPr>
            </a:lvl8pPr>
            <a:lvl9pPr algn="ctr">
              <a:defRPr sz="3900" b="1">
                <a:solidFill>
                  <a:srgbClr val="FFFFFF"/>
                </a:solidFill>
                <a:latin typeface="Times New Roman"/>
                <a:ea typeface="Times New Roman"/>
                <a:cs typeface="Times New Roman"/>
              </a:defRPr>
            </a:lvl9pPr>
          </a:lstStyle>
          <a:p>
            <a:pPr algn="ctr">
              <a:defRPr sz="3900" b="1">
                <a:solidFill>
                  <a:srgbClr val="FFFFFF"/>
                </a:solidFill>
                <a:latin typeface="Times New Roman"/>
                <a:ea typeface="Times New Roman"/>
                <a:cs typeface="Times New Roman"/>
              </a:defRPr>
            </a:pPr>
            <a:r>
              <a:rPr sz="3900" b="1">
                <a:solidFill>
                  <a:srgbClr val="FFFFFF"/>
                </a:solidFill>
                <a:latin typeface="Times New Roman"/>
                <a:ea typeface="Times New Roman"/>
                <a:cs typeface="Times New Roman"/>
              </a:rPr>
              <a:t>BLE Stack Architecture on ESP32</a:t>
            </a:r>
          </a:p>
        </p:txBody>
      </p:sp>
      <p:sp>
        <p:nvSpPr>
          <p:cNvPr id="2" name="Application layer&#10;Vital data generation and stre">
            <a:extLst>
              <a:ext uri="{FF2B5EF4-FFF2-40B4-BE49-F238E27FC236}">
                <a16:creationId xmlns:a16="http://schemas.microsoft.com/office/drawing/2014/main" id="{A7B9365C-7206-452F-A833-073B757D144E}"/>
              </a:ext>
            </a:extLst>
          </p:cNvPr>
          <p:cNvSpPr>
            <a:spLocks noGrp="1"/>
          </p:cNvSpPr>
          <p:nvPr/>
        </p:nvSpPr>
        <p:spPr>
          <a:xfrm>
            <a:off x="1809750" y="1047750"/>
            <a:ext cx="8572500" cy="742950"/>
          </a:xfrm>
          <a:prstGeom prst="rect">
            <a:avLst/>
          </a:prstGeom>
          <a:solidFill>
            <a:srgbClr val="EDF3F9"/>
          </a:solidFill>
          <a:ln w="15240">
            <a:solidFill>
              <a:srgbClr val="002060"/>
            </a:solidFill>
          </a:ln>
        </p:spPr>
        <p:txBody>
          <a:bodyPr lIns="57150" tIns="57150" rIns="57150" bIns="57150" anchor="ctr"/>
          <a:lstStyle>
            <a:defPPr algn="ctr">
              <a:defRPr sz="2175" b="1">
                <a:solidFill>
                  <a:srgbClr val="002060"/>
                </a:solidFill>
                <a:latin typeface="Times New Roman"/>
                <a:ea typeface="Times New Roman"/>
                <a:cs typeface="Times New Roman"/>
              </a:defRPr>
            </a:defPPr>
            <a:lvl1pPr algn="ctr">
              <a:defRPr sz="2175" b="1">
                <a:solidFill>
                  <a:srgbClr val="002060"/>
                </a:solidFill>
                <a:latin typeface="Times New Roman"/>
                <a:ea typeface="Times New Roman"/>
                <a:cs typeface="Times New Roman"/>
              </a:defRPr>
            </a:lvl1pPr>
            <a:lvl2pPr algn="ctr">
              <a:defRPr sz="2175" b="1">
                <a:solidFill>
                  <a:srgbClr val="002060"/>
                </a:solidFill>
                <a:latin typeface="Times New Roman"/>
                <a:ea typeface="Times New Roman"/>
                <a:cs typeface="Times New Roman"/>
              </a:defRPr>
            </a:lvl2pPr>
            <a:lvl3pPr algn="ctr">
              <a:defRPr sz="2175" b="1">
                <a:solidFill>
                  <a:srgbClr val="002060"/>
                </a:solidFill>
                <a:latin typeface="Times New Roman"/>
                <a:ea typeface="Times New Roman"/>
                <a:cs typeface="Times New Roman"/>
              </a:defRPr>
            </a:lvl3pPr>
            <a:lvl4pPr algn="ctr">
              <a:defRPr sz="2175" b="1">
                <a:solidFill>
                  <a:srgbClr val="002060"/>
                </a:solidFill>
                <a:latin typeface="Times New Roman"/>
                <a:ea typeface="Times New Roman"/>
                <a:cs typeface="Times New Roman"/>
              </a:defRPr>
            </a:lvl4pPr>
            <a:lvl5pPr algn="ctr">
              <a:defRPr sz="2175" b="1">
                <a:solidFill>
                  <a:srgbClr val="002060"/>
                </a:solidFill>
                <a:latin typeface="Times New Roman"/>
                <a:ea typeface="Times New Roman"/>
                <a:cs typeface="Times New Roman"/>
              </a:defRPr>
            </a:lvl5pPr>
            <a:lvl6pPr algn="ctr">
              <a:defRPr sz="2175" b="1">
                <a:solidFill>
                  <a:srgbClr val="002060"/>
                </a:solidFill>
                <a:latin typeface="Times New Roman"/>
                <a:ea typeface="Times New Roman"/>
                <a:cs typeface="Times New Roman"/>
              </a:defRPr>
            </a:lvl6pPr>
            <a:lvl7pPr algn="ctr">
              <a:defRPr sz="2175" b="1">
                <a:solidFill>
                  <a:srgbClr val="002060"/>
                </a:solidFill>
                <a:latin typeface="Times New Roman"/>
                <a:ea typeface="Times New Roman"/>
                <a:cs typeface="Times New Roman"/>
              </a:defRPr>
            </a:lvl7pPr>
            <a:lvl8pPr algn="ctr">
              <a:defRPr sz="2175" b="1">
                <a:solidFill>
                  <a:srgbClr val="002060"/>
                </a:solidFill>
                <a:latin typeface="Times New Roman"/>
                <a:ea typeface="Times New Roman"/>
                <a:cs typeface="Times New Roman"/>
              </a:defRPr>
            </a:lvl8pPr>
            <a:lvl9pPr algn="ctr">
              <a:defRPr sz="2175" b="1">
                <a:solidFill>
                  <a:srgbClr val="002060"/>
                </a:solidFill>
                <a:latin typeface="Times New Roman"/>
                <a:ea typeface="Times New Roman"/>
                <a:cs typeface="Times New Roman"/>
              </a:defRPr>
            </a:lvl9pPr>
          </a:lstStyle>
          <a:p>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Application layer</a:t>
            </a:r>
          </a:p>
          <a:p>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Vital data generation and stream control</a:t>
            </a:r>
          </a:p>
        </p:txBody>
      </p:sp>
      <p:sp>
        <p:nvSpPr>
          <p:cNvPr id="3" name="BLE host: NimBLE&#10;GAP, GATT, ATT, SMP and L2CAP">
            <a:extLst>
              <a:ext uri="{FF2B5EF4-FFF2-40B4-BE49-F238E27FC236}">
                <a16:creationId xmlns:a16="http://schemas.microsoft.com/office/drawing/2014/main" id="{1590856F-E9AD-42BD-851E-3B1B2416733B}"/>
              </a:ext>
            </a:extLst>
          </p:cNvPr>
          <p:cNvSpPr>
            <a:spLocks noGrp="1"/>
          </p:cNvSpPr>
          <p:nvPr/>
        </p:nvSpPr>
        <p:spPr>
          <a:xfrm>
            <a:off x="1809750" y="2076450"/>
            <a:ext cx="8572500" cy="742950"/>
          </a:xfrm>
          <a:prstGeom prst="rect">
            <a:avLst/>
          </a:prstGeom>
          <a:solidFill>
            <a:srgbClr val="EDF3F9"/>
          </a:solidFill>
          <a:ln w="15240">
            <a:solidFill>
              <a:srgbClr val="002060"/>
            </a:solidFill>
          </a:ln>
        </p:spPr>
        <p:txBody>
          <a:bodyPr lIns="57150" tIns="57150" rIns="57150" bIns="57150" anchor="ctr"/>
          <a:lstStyle>
            <a:defPPr algn="ctr">
              <a:defRPr sz="2175" b="1">
                <a:solidFill>
                  <a:srgbClr val="002060"/>
                </a:solidFill>
                <a:latin typeface="Times New Roman"/>
                <a:ea typeface="Times New Roman"/>
                <a:cs typeface="Times New Roman"/>
              </a:defRPr>
            </a:defPPr>
            <a:lvl1pPr algn="ctr">
              <a:defRPr sz="2175" b="1">
                <a:solidFill>
                  <a:srgbClr val="002060"/>
                </a:solidFill>
                <a:latin typeface="Times New Roman"/>
                <a:ea typeface="Times New Roman"/>
                <a:cs typeface="Times New Roman"/>
              </a:defRPr>
            </a:lvl1pPr>
            <a:lvl2pPr algn="ctr">
              <a:defRPr sz="2175" b="1">
                <a:solidFill>
                  <a:srgbClr val="002060"/>
                </a:solidFill>
                <a:latin typeface="Times New Roman"/>
                <a:ea typeface="Times New Roman"/>
                <a:cs typeface="Times New Roman"/>
              </a:defRPr>
            </a:lvl2pPr>
            <a:lvl3pPr algn="ctr">
              <a:defRPr sz="2175" b="1">
                <a:solidFill>
                  <a:srgbClr val="002060"/>
                </a:solidFill>
                <a:latin typeface="Times New Roman"/>
                <a:ea typeface="Times New Roman"/>
                <a:cs typeface="Times New Roman"/>
              </a:defRPr>
            </a:lvl3pPr>
            <a:lvl4pPr algn="ctr">
              <a:defRPr sz="2175" b="1">
                <a:solidFill>
                  <a:srgbClr val="002060"/>
                </a:solidFill>
                <a:latin typeface="Times New Roman"/>
                <a:ea typeface="Times New Roman"/>
                <a:cs typeface="Times New Roman"/>
              </a:defRPr>
            </a:lvl4pPr>
            <a:lvl5pPr algn="ctr">
              <a:defRPr sz="2175" b="1">
                <a:solidFill>
                  <a:srgbClr val="002060"/>
                </a:solidFill>
                <a:latin typeface="Times New Roman"/>
                <a:ea typeface="Times New Roman"/>
                <a:cs typeface="Times New Roman"/>
              </a:defRPr>
            </a:lvl5pPr>
            <a:lvl6pPr algn="ctr">
              <a:defRPr sz="2175" b="1">
                <a:solidFill>
                  <a:srgbClr val="002060"/>
                </a:solidFill>
                <a:latin typeface="Times New Roman"/>
                <a:ea typeface="Times New Roman"/>
                <a:cs typeface="Times New Roman"/>
              </a:defRPr>
            </a:lvl6pPr>
            <a:lvl7pPr algn="ctr">
              <a:defRPr sz="2175" b="1">
                <a:solidFill>
                  <a:srgbClr val="002060"/>
                </a:solidFill>
                <a:latin typeface="Times New Roman"/>
                <a:ea typeface="Times New Roman"/>
                <a:cs typeface="Times New Roman"/>
              </a:defRPr>
            </a:lvl7pPr>
            <a:lvl8pPr algn="ctr">
              <a:defRPr sz="2175" b="1">
                <a:solidFill>
                  <a:srgbClr val="002060"/>
                </a:solidFill>
                <a:latin typeface="Times New Roman"/>
                <a:ea typeface="Times New Roman"/>
                <a:cs typeface="Times New Roman"/>
              </a:defRPr>
            </a:lvl8pPr>
            <a:lvl9pPr algn="ctr">
              <a:defRPr sz="2175" b="1">
                <a:solidFill>
                  <a:srgbClr val="002060"/>
                </a:solidFill>
                <a:latin typeface="Times New Roman"/>
                <a:ea typeface="Times New Roman"/>
                <a:cs typeface="Times New Roman"/>
              </a:defRPr>
            </a:lvl9pPr>
          </a:lstStyle>
          <a:p>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BLE host: NimBLE</a:t>
            </a:r>
          </a:p>
          <a:p>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GAP, GATT, ATT, SMP and L2CAP</a:t>
            </a:r>
          </a:p>
        </p:txBody>
      </p:sp>
      <p:sp>
        <p:nvSpPr>
          <p:cNvPr id="4" name="Host–controller interface: HCI / VHCI&#10;Commands, ">
            <a:extLst>
              <a:ext uri="{FF2B5EF4-FFF2-40B4-BE49-F238E27FC236}">
                <a16:creationId xmlns:a16="http://schemas.microsoft.com/office/drawing/2014/main" id="{3AC62986-60A5-46C6-BF90-A3D9DDAB0DC6}"/>
              </a:ext>
            </a:extLst>
          </p:cNvPr>
          <p:cNvSpPr>
            <a:spLocks noGrp="1"/>
          </p:cNvSpPr>
          <p:nvPr/>
        </p:nvSpPr>
        <p:spPr>
          <a:xfrm>
            <a:off x="1809750" y="3105150"/>
            <a:ext cx="8572500" cy="742950"/>
          </a:xfrm>
          <a:prstGeom prst="rect">
            <a:avLst/>
          </a:prstGeom>
          <a:solidFill>
            <a:srgbClr val="EDF3F9"/>
          </a:solidFill>
          <a:ln w="15240">
            <a:solidFill>
              <a:srgbClr val="002060"/>
            </a:solidFill>
          </a:ln>
        </p:spPr>
        <p:txBody>
          <a:bodyPr lIns="57150" tIns="57150" rIns="57150" bIns="57150" anchor="ctr"/>
          <a:lstStyle>
            <a:defPPr algn="ctr">
              <a:defRPr sz="2175" b="1">
                <a:solidFill>
                  <a:srgbClr val="002060"/>
                </a:solidFill>
                <a:latin typeface="Times New Roman"/>
                <a:ea typeface="Times New Roman"/>
                <a:cs typeface="Times New Roman"/>
              </a:defRPr>
            </a:defPPr>
            <a:lvl1pPr algn="ctr">
              <a:defRPr sz="2175" b="1">
                <a:solidFill>
                  <a:srgbClr val="002060"/>
                </a:solidFill>
                <a:latin typeface="Times New Roman"/>
                <a:ea typeface="Times New Roman"/>
                <a:cs typeface="Times New Roman"/>
              </a:defRPr>
            </a:lvl1pPr>
            <a:lvl2pPr algn="ctr">
              <a:defRPr sz="2175" b="1">
                <a:solidFill>
                  <a:srgbClr val="002060"/>
                </a:solidFill>
                <a:latin typeface="Times New Roman"/>
                <a:ea typeface="Times New Roman"/>
                <a:cs typeface="Times New Roman"/>
              </a:defRPr>
            </a:lvl2pPr>
            <a:lvl3pPr algn="ctr">
              <a:defRPr sz="2175" b="1">
                <a:solidFill>
                  <a:srgbClr val="002060"/>
                </a:solidFill>
                <a:latin typeface="Times New Roman"/>
                <a:ea typeface="Times New Roman"/>
                <a:cs typeface="Times New Roman"/>
              </a:defRPr>
            </a:lvl3pPr>
            <a:lvl4pPr algn="ctr">
              <a:defRPr sz="2175" b="1">
                <a:solidFill>
                  <a:srgbClr val="002060"/>
                </a:solidFill>
                <a:latin typeface="Times New Roman"/>
                <a:ea typeface="Times New Roman"/>
                <a:cs typeface="Times New Roman"/>
              </a:defRPr>
            </a:lvl4pPr>
            <a:lvl5pPr algn="ctr">
              <a:defRPr sz="2175" b="1">
                <a:solidFill>
                  <a:srgbClr val="002060"/>
                </a:solidFill>
                <a:latin typeface="Times New Roman"/>
                <a:ea typeface="Times New Roman"/>
                <a:cs typeface="Times New Roman"/>
              </a:defRPr>
            </a:lvl5pPr>
            <a:lvl6pPr algn="ctr">
              <a:defRPr sz="2175" b="1">
                <a:solidFill>
                  <a:srgbClr val="002060"/>
                </a:solidFill>
                <a:latin typeface="Times New Roman"/>
                <a:ea typeface="Times New Roman"/>
                <a:cs typeface="Times New Roman"/>
              </a:defRPr>
            </a:lvl6pPr>
            <a:lvl7pPr algn="ctr">
              <a:defRPr sz="2175" b="1">
                <a:solidFill>
                  <a:srgbClr val="002060"/>
                </a:solidFill>
                <a:latin typeface="Times New Roman"/>
                <a:ea typeface="Times New Roman"/>
                <a:cs typeface="Times New Roman"/>
              </a:defRPr>
            </a:lvl7pPr>
            <a:lvl8pPr algn="ctr">
              <a:defRPr sz="2175" b="1">
                <a:solidFill>
                  <a:srgbClr val="002060"/>
                </a:solidFill>
                <a:latin typeface="Times New Roman"/>
                <a:ea typeface="Times New Roman"/>
                <a:cs typeface="Times New Roman"/>
              </a:defRPr>
            </a:lvl8pPr>
            <a:lvl9pPr algn="ctr">
              <a:defRPr sz="2175" b="1">
                <a:solidFill>
                  <a:srgbClr val="002060"/>
                </a:solidFill>
                <a:latin typeface="Times New Roman"/>
                <a:ea typeface="Times New Roman"/>
                <a:cs typeface="Times New Roman"/>
              </a:defRPr>
            </a:lvl9pPr>
          </a:lstStyle>
          <a:p>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Host–controller interface: HCI / VHCI</a:t>
            </a:r>
          </a:p>
          <a:p>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Commands, events and data transport</a:t>
            </a:r>
          </a:p>
        </p:txBody>
      </p:sp>
      <p:sp>
        <p:nvSpPr>
          <p:cNvPr id="5" name="Bluetooth controller: Link Layer&#10;Packet scheduli">
            <a:extLst>
              <a:ext uri="{FF2B5EF4-FFF2-40B4-BE49-F238E27FC236}">
                <a16:creationId xmlns:a16="http://schemas.microsoft.com/office/drawing/2014/main" id="{3074CFCC-5E32-4636-8671-3564F4A903E8}"/>
              </a:ext>
            </a:extLst>
          </p:cNvPr>
          <p:cNvSpPr>
            <a:spLocks noGrp="1"/>
          </p:cNvSpPr>
          <p:nvPr/>
        </p:nvSpPr>
        <p:spPr>
          <a:xfrm>
            <a:off x="1809750" y="4133850"/>
            <a:ext cx="8572500" cy="742950"/>
          </a:xfrm>
          <a:prstGeom prst="rect">
            <a:avLst/>
          </a:prstGeom>
          <a:solidFill>
            <a:srgbClr val="EDF3F9"/>
          </a:solidFill>
          <a:ln w="15240">
            <a:solidFill>
              <a:srgbClr val="002060"/>
            </a:solidFill>
          </a:ln>
        </p:spPr>
        <p:txBody>
          <a:bodyPr lIns="57150" tIns="57150" rIns="57150" bIns="57150" anchor="ctr"/>
          <a:lstStyle>
            <a:defPPr algn="ctr">
              <a:defRPr sz="2175" b="1">
                <a:solidFill>
                  <a:srgbClr val="002060"/>
                </a:solidFill>
                <a:latin typeface="Times New Roman"/>
                <a:ea typeface="Times New Roman"/>
                <a:cs typeface="Times New Roman"/>
              </a:defRPr>
            </a:defPPr>
            <a:lvl1pPr algn="ctr">
              <a:defRPr sz="2175" b="1">
                <a:solidFill>
                  <a:srgbClr val="002060"/>
                </a:solidFill>
                <a:latin typeface="Times New Roman"/>
                <a:ea typeface="Times New Roman"/>
                <a:cs typeface="Times New Roman"/>
              </a:defRPr>
            </a:lvl1pPr>
            <a:lvl2pPr algn="ctr">
              <a:defRPr sz="2175" b="1">
                <a:solidFill>
                  <a:srgbClr val="002060"/>
                </a:solidFill>
                <a:latin typeface="Times New Roman"/>
                <a:ea typeface="Times New Roman"/>
                <a:cs typeface="Times New Roman"/>
              </a:defRPr>
            </a:lvl2pPr>
            <a:lvl3pPr algn="ctr">
              <a:defRPr sz="2175" b="1">
                <a:solidFill>
                  <a:srgbClr val="002060"/>
                </a:solidFill>
                <a:latin typeface="Times New Roman"/>
                <a:ea typeface="Times New Roman"/>
                <a:cs typeface="Times New Roman"/>
              </a:defRPr>
            </a:lvl3pPr>
            <a:lvl4pPr algn="ctr">
              <a:defRPr sz="2175" b="1">
                <a:solidFill>
                  <a:srgbClr val="002060"/>
                </a:solidFill>
                <a:latin typeface="Times New Roman"/>
                <a:ea typeface="Times New Roman"/>
                <a:cs typeface="Times New Roman"/>
              </a:defRPr>
            </a:lvl4pPr>
            <a:lvl5pPr algn="ctr">
              <a:defRPr sz="2175" b="1">
                <a:solidFill>
                  <a:srgbClr val="002060"/>
                </a:solidFill>
                <a:latin typeface="Times New Roman"/>
                <a:ea typeface="Times New Roman"/>
                <a:cs typeface="Times New Roman"/>
              </a:defRPr>
            </a:lvl5pPr>
            <a:lvl6pPr algn="ctr">
              <a:defRPr sz="2175" b="1">
                <a:solidFill>
                  <a:srgbClr val="002060"/>
                </a:solidFill>
                <a:latin typeface="Times New Roman"/>
                <a:ea typeface="Times New Roman"/>
                <a:cs typeface="Times New Roman"/>
              </a:defRPr>
            </a:lvl6pPr>
            <a:lvl7pPr algn="ctr">
              <a:defRPr sz="2175" b="1">
                <a:solidFill>
                  <a:srgbClr val="002060"/>
                </a:solidFill>
                <a:latin typeface="Times New Roman"/>
                <a:ea typeface="Times New Roman"/>
                <a:cs typeface="Times New Roman"/>
              </a:defRPr>
            </a:lvl7pPr>
            <a:lvl8pPr algn="ctr">
              <a:defRPr sz="2175" b="1">
                <a:solidFill>
                  <a:srgbClr val="002060"/>
                </a:solidFill>
                <a:latin typeface="Times New Roman"/>
                <a:ea typeface="Times New Roman"/>
                <a:cs typeface="Times New Roman"/>
              </a:defRPr>
            </a:lvl8pPr>
            <a:lvl9pPr algn="ctr">
              <a:defRPr sz="2175" b="1">
                <a:solidFill>
                  <a:srgbClr val="002060"/>
                </a:solidFill>
                <a:latin typeface="Times New Roman"/>
                <a:ea typeface="Times New Roman"/>
                <a:cs typeface="Times New Roman"/>
              </a:defRPr>
            </a:lvl9pPr>
          </a:lstStyle>
          <a:p>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Bluetooth controller: Link Layer</a:t>
            </a:r>
          </a:p>
          <a:p>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Packet scheduling, connections and link encryption</a:t>
            </a:r>
          </a:p>
        </p:txBody>
      </p:sp>
      <p:sp>
        <p:nvSpPr>
          <p:cNvPr id="6" name="ESP32-C6 hardware: PHY and radio&#10;2.4 GHz wireles">
            <a:extLst>
              <a:ext uri="{FF2B5EF4-FFF2-40B4-BE49-F238E27FC236}">
                <a16:creationId xmlns:a16="http://schemas.microsoft.com/office/drawing/2014/main" id="{01CE8DC4-C181-4E27-981C-4AD79D6FE16F}"/>
              </a:ext>
            </a:extLst>
          </p:cNvPr>
          <p:cNvSpPr>
            <a:spLocks noGrp="1"/>
          </p:cNvSpPr>
          <p:nvPr/>
        </p:nvSpPr>
        <p:spPr>
          <a:xfrm>
            <a:off x="1809750" y="5162550"/>
            <a:ext cx="8572500" cy="742950"/>
          </a:xfrm>
          <a:prstGeom prst="rect">
            <a:avLst/>
          </a:prstGeom>
          <a:solidFill>
            <a:srgbClr val="DCE8F4"/>
          </a:solidFill>
          <a:ln w="15240">
            <a:solidFill>
              <a:srgbClr val="002060"/>
            </a:solidFill>
          </a:ln>
        </p:spPr>
        <p:txBody>
          <a:bodyPr lIns="57150" tIns="57150" rIns="57150" bIns="57150" anchor="ctr"/>
          <a:lstStyle>
            <a:defPPr algn="ctr">
              <a:defRPr sz="2175" b="1">
                <a:solidFill>
                  <a:srgbClr val="002060"/>
                </a:solidFill>
                <a:latin typeface="Times New Roman"/>
                <a:ea typeface="Times New Roman"/>
                <a:cs typeface="Times New Roman"/>
              </a:defRPr>
            </a:defPPr>
            <a:lvl1pPr algn="ctr">
              <a:defRPr sz="2175" b="1">
                <a:solidFill>
                  <a:srgbClr val="002060"/>
                </a:solidFill>
                <a:latin typeface="Times New Roman"/>
                <a:ea typeface="Times New Roman"/>
                <a:cs typeface="Times New Roman"/>
              </a:defRPr>
            </a:lvl1pPr>
            <a:lvl2pPr algn="ctr">
              <a:defRPr sz="2175" b="1">
                <a:solidFill>
                  <a:srgbClr val="002060"/>
                </a:solidFill>
                <a:latin typeface="Times New Roman"/>
                <a:ea typeface="Times New Roman"/>
                <a:cs typeface="Times New Roman"/>
              </a:defRPr>
            </a:lvl2pPr>
            <a:lvl3pPr algn="ctr">
              <a:defRPr sz="2175" b="1">
                <a:solidFill>
                  <a:srgbClr val="002060"/>
                </a:solidFill>
                <a:latin typeface="Times New Roman"/>
                <a:ea typeface="Times New Roman"/>
                <a:cs typeface="Times New Roman"/>
              </a:defRPr>
            </a:lvl3pPr>
            <a:lvl4pPr algn="ctr">
              <a:defRPr sz="2175" b="1">
                <a:solidFill>
                  <a:srgbClr val="002060"/>
                </a:solidFill>
                <a:latin typeface="Times New Roman"/>
                <a:ea typeface="Times New Roman"/>
                <a:cs typeface="Times New Roman"/>
              </a:defRPr>
            </a:lvl4pPr>
            <a:lvl5pPr algn="ctr">
              <a:defRPr sz="2175" b="1">
                <a:solidFill>
                  <a:srgbClr val="002060"/>
                </a:solidFill>
                <a:latin typeface="Times New Roman"/>
                <a:ea typeface="Times New Roman"/>
                <a:cs typeface="Times New Roman"/>
              </a:defRPr>
            </a:lvl5pPr>
            <a:lvl6pPr algn="ctr">
              <a:defRPr sz="2175" b="1">
                <a:solidFill>
                  <a:srgbClr val="002060"/>
                </a:solidFill>
                <a:latin typeface="Times New Roman"/>
                <a:ea typeface="Times New Roman"/>
                <a:cs typeface="Times New Roman"/>
              </a:defRPr>
            </a:lvl6pPr>
            <a:lvl7pPr algn="ctr">
              <a:defRPr sz="2175" b="1">
                <a:solidFill>
                  <a:srgbClr val="002060"/>
                </a:solidFill>
                <a:latin typeface="Times New Roman"/>
                <a:ea typeface="Times New Roman"/>
                <a:cs typeface="Times New Roman"/>
              </a:defRPr>
            </a:lvl7pPr>
            <a:lvl8pPr algn="ctr">
              <a:defRPr sz="2175" b="1">
                <a:solidFill>
                  <a:srgbClr val="002060"/>
                </a:solidFill>
                <a:latin typeface="Times New Roman"/>
                <a:ea typeface="Times New Roman"/>
                <a:cs typeface="Times New Roman"/>
              </a:defRPr>
            </a:lvl8pPr>
            <a:lvl9pPr algn="ctr">
              <a:defRPr sz="2175" b="1">
                <a:solidFill>
                  <a:srgbClr val="002060"/>
                </a:solidFill>
                <a:latin typeface="Times New Roman"/>
                <a:ea typeface="Times New Roman"/>
                <a:cs typeface="Times New Roman"/>
              </a:defRPr>
            </a:lvl9pPr>
          </a:lstStyle>
          <a:p>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ESP32-C6 hardware: PHY and radio</a:t>
            </a:r>
          </a:p>
          <a:p>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2.4 GHz wireless transmission and reception</a:t>
            </a:r>
          </a:p>
        </p:txBody>
      </p:sp>
      <p:sp>
        <p:nvSpPr>
          <p:cNvPr id="11" name="Application and host run under FreeRTOS on the E">
            <a:extLst>
              <a:ext uri="{FF2B5EF4-FFF2-40B4-BE49-F238E27FC236}">
                <a16:creationId xmlns:a16="http://schemas.microsoft.com/office/drawing/2014/main" id="{54468EC6-EEBB-4A43-949D-E8303C9A1959}"/>
              </a:ext>
            </a:extLst>
          </p:cNvPr>
          <p:cNvSpPr>
            <a:spLocks noGrp="1"/>
          </p:cNvSpPr>
          <p:nvPr/>
        </p:nvSpPr>
        <p:spPr>
          <a:xfrm>
            <a:off x="666750" y="6019800"/>
            <a:ext cx="10858500" cy="333375"/>
          </a:xfrm>
          <a:prstGeom prst="rect">
            <a:avLst/>
          </a:prstGeom>
          <a:noFill/>
          <a:ln w="0">
            <a:noFill/>
          </a:ln>
        </p:spPr>
        <p:txBody>
          <a:bodyPr lIns="57150" tIns="57150" rIns="57150" bIns="57150" anchor="ctr"/>
          <a:lstStyle>
            <a:defPPr algn="ctr">
              <a:defRPr sz="1875" b="1">
                <a:solidFill>
                  <a:srgbClr val="0070C0"/>
                </a:solidFill>
                <a:latin typeface="Times New Roman"/>
                <a:ea typeface="Times New Roman"/>
                <a:cs typeface="Times New Roman"/>
              </a:defRPr>
            </a:defPPr>
            <a:lvl1pPr algn="ctr">
              <a:defRPr sz="1875" b="1">
                <a:solidFill>
                  <a:srgbClr val="0070C0"/>
                </a:solidFill>
                <a:latin typeface="Times New Roman"/>
                <a:ea typeface="Times New Roman"/>
                <a:cs typeface="Times New Roman"/>
              </a:defRPr>
            </a:lvl1pPr>
            <a:lvl2pPr algn="ctr">
              <a:defRPr sz="1875" b="1">
                <a:solidFill>
                  <a:srgbClr val="0070C0"/>
                </a:solidFill>
                <a:latin typeface="Times New Roman"/>
                <a:ea typeface="Times New Roman"/>
                <a:cs typeface="Times New Roman"/>
              </a:defRPr>
            </a:lvl2pPr>
            <a:lvl3pPr algn="ctr">
              <a:defRPr sz="1875" b="1">
                <a:solidFill>
                  <a:srgbClr val="0070C0"/>
                </a:solidFill>
                <a:latin typeface="Times New Roman"/>
                <a:ea typeface="Times New Roman"/>
                <a:cs typeface="Times New Roman"/>
              </a:defRPr>
            </a:lvl3pPr>
            <a:lvl4pPr algn="ctr">
              <a:defRPr sz="1875" b="1">
                <a:solidFill>
                  <a:srgbClr val="0070C0"/>
                </a:solidFill>
                <a:latin typeface="Times New Roman"/>
                <a:ea typeface="Times New Roman"/>
                <a:cs typeface="Times New Roman"/>
              </a:defRPr>
            </a:lvl4pPr>
            <a:lvl5pPr algn="ctr">
              <a:defRPr sz="1875" b="1">
                <a:solidFill>
                  <a:srgbClr val="0070C0"/>
                </a:solidFill>
                <a:latin typeface="Times New Roman"/>
                <a:ea typeface="Times New Roman"/>
                <a:cs typeface="Times New Roman"/>
              </a:defRPr>
            </a:lvl5pPr>
            <a:lvl6pPr algn="ctr">
              <a:defRPr sz="1875" b="1">
                <a:solidFill>
                  <a:srgbClr val="0070C0"/>
                </a:solidFill>
                <a:latin typeface="Times New Roman"/>
                <a:ea typeface="Times New Roman"/>
                <a:cs typeface="Times New Roman"/>
              </a:defRPr>
            </a:lvl6pPr>
            <a:lvl7pPr algn="ctr">
              <a:defRPr sz="1875" b="1">
                <a:solidFill>
                  <a:srgbClr val="0070C0"/>
                </a:solidFill>
                <a:latin typeface="Times New Roman"/>
                <a:ea typeface="Times New Roman"/>
                <a:cs typeface="Times New Roman"/>
              </a:defRPr>
            </a:lvl7pPr>
            <a:lvl8pPr algn="ctr">
              <a:defRPr sz="1875" b="1">
                <a:solidFill>
                  <a:srgbClr val="0070C0"/>
                </a:solidFill>
                <a:latin typeface="Times New Roman"/>
                <a:ea typeface="Times New Roman"/>
                <a:cs typeface="Times New Roman"/>
              </a:defRPr>
            </a:lvl8pPr>
            <a:lvl9pPr algn="ctr">
              <a:defRPr sz="1875" b="1">
                <a:solidFill>
                  <a:srgbClr val="0070C0"/>
                </a:solidFill>
                <a:latin typeface="Times New Roman"/>
                <a:ea typeface="Times New Roman"/>
                <a:cs typeface="Times New Roman"/>
              </a:defRPr>
            </a:lvl9pPr>
          </a:lstStyle>
          <a:p>
            <a:pPr algn="ctr">
              <a:defRPr sz="1875" b="1">
                <a:solidFill>
                  <a:srgbClr val="0070C0"/>
                </a:solidFill>
                <a:latin typeface="Times New Roman"/>
                <a:ea typeface="Times New Roman"/>
                <a:cs typeface="Times New Roman"/>
              </a:defRPr>
            </a:pPr>
            <a:r>
              <a:rPr sz="1875" b="1">
                <a:solidFill>
                  <a:srgbClr val="0070C0"/>
                </a:solidFill>
                <a:latin typeface="Times New Roman"/>
                <a:ea typeface="Times New Roman"/>
                <a:cs typeface="Times New Roman"/>
              </a:rPr>
              <a:t>Application and host run under FreeRTOS on the ESP32-C6</a:t>
            </a:r>
          </a:p>
        </p:txBody>
      </p:sp>
      <p:sp>
        <p:nvSpPr>
          <p:cNvPr id="12" name="Dept. of Electronics and Communication Engineeri">
            <a:extLst>
              <a:ext uri="{FF2B5EF4-FFF2-40B4-BE49-F238E27FC236}">
                <a16:creationId xmlns:a16="http://schemas.microsoft.com/office/drawing/2014/main" id="{C70F6609-6C1D-4F96-9ED5-EDF1C843FE10}"/>
              </a:ext>
            </a:extLst>
          </p:cNvPr>
          <p:cNvSpPr>
            <a:spLocks noGrp="1"/>
          </p:cNvSpPr>
          <p:nvPr/>
        </p:nvSpPr>
        <p:spPr>
          <a:xfrm>
            <a:off x="0" y="6492907"/>
            <a:ext cx="12192000" cy="365093"/>
          </a:xfrm>
          <a:prstGeom prst="rect">
            <a:avLst/>
          </a:prstGeom>
          <a:solidFill>
            <a:srgbClr val="002060"/>
          </a:solidFill>
          <a:ln w="15240">
            <a:solidFill>
              <a:srgbClr val="002060"/>
            </a:solidFill>
          </a:ln>
        </p:spPr>
        <p:txBody>
          <a:bodyPr lIns="57150" tIns="57150" rIns="57150" bIns="57150" anchor="ctr"/>
          <a:lstStyle>
            <a:defPPr algn="ctr">
              <a:defRPr sz="1200" b="1">
                <a:solidFill>
                  <a:srgbClr val="FFFFFF"/>
                </a:solidFill>
                <a:latin typeface="Times New Roman"/>
                <a:ea typeface="Times New Roman"/>
                <a:cs typeface="Times New Roman"/>
              </a:defRPr>
            </a:defPPr>
            <a:lvl1pPr algn="ctr">
              <a:defRPr sz="1200" b="1">
                <a:solidFill>
                  <a:srgbClr val="FFFFFF"/>
                </a:solidFill>
                <a:latin typeface="Times New Roman"/>
                <a:ea typeface="Times New Roman"/>
                <a:cs typeface="Times New Roman"/>
              </a:defRPr>
            </a:lvl1pPr>
            <a:lvl2pPr algn="ctr">
              <a:defRPr sz="1200" b="1">
                <a:solidFill>
                  <a:srgbClr val="FFFFFF"/>
                </a:solidFill>
                <a:latin typeface="Times New Roman"/>
                <a:ea typeface="Times New Roman"/>
                <a:cs typeface="Times New Roman"/>
              </a:defRPr>
            </a:lvl2pPr>
            <a:lvl3pPr algn="ctr">
              <a:defRPr sz="1200" b="1">
                <a:solidFill>
                  <a:srgbClr val="FFFFFF"/>
                </a:solidFill>
                <a:latin typeface="Times New Roman"/>
                <a:ea typeface="Times New Roman"/>
                <a:cs typeface="Times New Roman"/>
              </a:defRPr>
            </a:lvl3pPr>
            <a:lvl4pPr algn="ctr">
              <a:defRPr sz="1200" b="1">
                <a:solidFill>
                  <a:srgbClr val="FFFFFF"/>
                </a:solidFill>
                <a:latin typeface="Times New Roman"/>
                <a:ea typeface="Times New Roman"/>
                <a:cs typeface="Times New Roman"/>
              </a:defRPr>
            </a:lvl4pPr>
            <a:lvl5pPr algn="ctr">
              <a:defRPr sz="1200" b="1">
                <a:solidFill>
                  <a:srgbClr val="FFFFFF"/>
                </a:solidFill>
                <a:latin typeface="Times New Roman"/>
                <a:ea typeface="Times New Roman"/>
                <a:cs typeface="Times New Roman"/>
              </a:defRPr>
            </a:lvl5pPr>
            <a:lvl6pPr algn="ctr">
              <a:defRPr sz="1200" b="1">
                <a:solidFill>
                  <a:srgbClr val="FFFFFF"/>
                </a:solidFill>
                <a:latin typeface="Times New Roman"/>
                <a:ea typeface="Times New Roman"/>
                <a:cs typeface="Times New Roman"/>
              </a:defRPr>
            </a:lvl6pPr>
            <a:lvl7pPr algn="ctr">
              <a:defRPr sz="1200" b="1">
                <a:solidFill>
                  <a:srgbClr val="FFFFFF"/>
                </a:solidFill>
                <a:latin typeface="Times New Roman"/>
                <a:ea typeface="Times New Roman"/>
                <a:cs typeface="Times New Roman"/>
              </a:defRPr>
            </a:lvl7pPr>
            <a:lvl8pPr algn="ctr">
              <a:defRPr sz="1200" b="1">
                <a:solidFill>
                  <a:srgbClr val="FFFFFF"/>
                </a:solidFill>
                <a:latin typeface="Times New Roman"/>
                <a:ea typeface="Times New Roman"/>
                <a:cs typeface="Times New Roman"/>
              </a:defRPr>
            </a:lvl8pPr>
            <a:lvl9pPr algn="ctr">
              <a:defRPr sz="1200" b="1">
                <a:solidFill>
                  <a:srgbClr val="FFFFFF"/>
                </a:solidFill>
                <a:latin typeface="Times New Roman"/>
                <a:ea typeface="Times New Roman"/>
                <a:cs typeface="Times New Roman"/>
              </a:defRPr>
            </a:lvl9pPr>
          </a:lstStyle>
          <a:p>
            <a:pPr algn="ctr">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p>
        </p:txBody>
      </p:sp>
      <p:sp>
        <p:nvSpPr>
          <p:cNvPr id="14" name="TextBox 13">
            <a:extLst>
              <a:ext uri="{FF2B5EF4-FFF2-40B4-BE49-F238E27FC236}">
                <a16:creationId xmlns:a16="http://schemas.microsoft.com/office/drawing/2014/main" id="{EABF5631-B7B8-A7E2-BB63-EEC4B6627659}"/>
              </a:ext>
            </a:extLst>
          </p:cNvPr>
          <p:cNvSpPr txBox="1"/>
          <p:nvPr/>
        </p:nvSpPr>
        <p:spPr>
          <a:xfrm>
            <a:off x="11430000" y="6496050"/>
            <a:ext cx="571500" cy="276999"/>
          </a:xfrm>
          <a:prstGeom prst="rect">
            <a:avLst/>
          </a:prstGeom>
          <a:noFill/>
        </p:spPr>
        <p:txBody>
          <a:bodyPr vert="horz" rtlCol="0">
            <a:spAutoFit/>
          </a:bodyPr>
          <a:lstStyle/>
          <a:p>
            <a:pPr algn="r"/>
            <a:r>
              <a:rPr lang="en-IN" sz="1200">
                <a:solidFill>
                  <a:srgbClr val="FFFFFF"/>
                </a:solidFill>
                <a:latin typeface="Times New Roman" panose="02020603050405020304" pitchFamily="18" charset="0"/>
              </a:rPr>
              <a:t>4</a:t>
            </a:r>
          </a:p>
        </p:txBody>
      </p:sp>
    </p:spTree>
    <p:extLst>
      <p:ext uri="{BB962C8B-B14F-4D97-AF65-F5344CB8AC3E}">
        <p14:creationId xmlns:p14="http://schemas.microsoft.com/office/powerpoint/2010/main" val="31507346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Straight Arrow Connector 14">
            <a:extLst>
              <a:ext uri="{FF2B5EF4-FFF2-40B4-BE49-F238E27FC236}">
                <a16:creationId xmlns:a16="http://schemas.microsoft.com/office/drawing/2014/main" id="{543147E5-7AE6-4C6D-98A7-186F80DD2148}"/>
              </a:ext>
            </a:extLst>
          </p:cNvPr>
          <p:cNvCxnSpPr>
            <a:stCxn id="9" idx="1"/>
            <a:endCxn id="10" idx="3"/>
          </p:cNvCxnSpPr>
          <p:nvPr/>
        </p:nvCxnSpPr>
        <p:spPr>
          <a:xfrm flipH="1">
            <a:off x="3714750" y="4310063"/>
            <a:ext cx="857250" cy="0"/>
          </a:xfrm>
          <a:prstGeom prst="straightConnector1">
            <a:avLst/>
          </a:prstGeom>
          <a:ln w="19050">
            <a:solidFill>
              <a:srgbClr val="002060"/>
            </a:solidFill>
            <a:tailEnd type="arrow" w="med" len="med"/>
          </a:ln>
        </p:spPr>
      </p:cxnSp>
      <p:cxnSp>
        <p:nvCxnSpPr>
          <p:cNvPr id="14" name="Straight Arrow Connector 13">
            <a:extLst>
              <a:ext uri="{FF2B5EF4-FFF2-40B4-BE49-F238E27FC236}">
                <a16:creationId xmlns:a16="http://schemas.microsoft.com/office/drawing/2014/main" id="{510E4F8F-4B8D-4A3B-9DF5-1E376261B473}"/>
              </a:ext>
            </a:extLst>
          </p:cNvPr>
          <p:cNvCxnSpPr>
            <a:stCxn id="8" idx="1"/>
            <a:endCxn id="9" idx="3"/>
          </p:cNvCxnSpPr>
          <p:nvPr/>
        </p:nvCxnSpPr>
        <p:spPr>
          <a:xfrm flipH="1">
            <a:off x="7620000" y="4310063"/>
            <a:ext cx="857250" cy="0"/>
          </a:xfrm>
          <a:prstGeom prst="straightConnector1">
            <a:avLst/>
          </a:prstGeom>
          <a:ln w="19050">
            <a:solidFill>
              <a:srgbClr val="002060"/>
            </a:solidFill>
            <a:tailEnd type="arrow" w="med" len="med"/>
          </a:ln>
        </p:spPr>
      </p:cxnSp>
      <p:cxnSp>
        <p:nvCxnSpPr>
          <p:cNvPr id="13" name="Straight Arrow Connector 12">
            <a:extLst>
              <a:ext uri="{FF2B5EF4-FFF2-40B4-BE49-F238E27FC236}">
                <a16:creationId xmlns:a16="http://schemas.microsoft.com/office/drawing/2014/main" id="{B73E4117-5B76-4E5A-8BB5-34C221B82F7E}"/>
              </a:ext>
            </a:extLst>
          </p:cNvPr>
          <p:cNvCxnSpPr>
            <a:stCxn id="7" idx="2"/>
            <a:endCxn id="8" idx="0"/>
          </p:cNvCxnSpPr>
          <p:nvPr/>
        </p:nvCxnSpPr>
        <p:spPr>
          <a:xfrm>
            <a:off x="10001250" y="2476500"/>
            <a:ext cx="0" cy="1285875"/>
          </a:xfrm>
          <a:prstGeom prst="straightConnector1">
            <a:avLst/>
          </a:prstGeom>
          <a:ln w="19050">
            <a:solidFill>
              <a:srgbClr val="002060"/>
            </a:solidFill>
            <a:tailEnd type="arrow" w="med" len="med"/>
          </a:ln>
        </p:spPr>
      </p:cxnSp>
      <p:cxnSp>
        <p:nvCxnSpPr>
          <p:cNvPr id="12" name="Straight Arrow Connector 11">
            <a:extLst>
              <a:ext uri="{FF2B5EF4-FFF2-40B4-BE49-F238E27FC236}">
                <a16:creationId xmlns:a16="http://schemas.microsoft.com/office/drawing/2014/main" id="{09070000-C21C-4BC7-BF91-30BCC364F0F6}"/>
              </a:ext>
            </a:extLst>
          </p:cNvPr>
          <p:cNvCxnSpPr>
            <a:stCxn id="6" idx="3"/>
            <a:endCxn id="7" idx="1"/>
          </p:cNvCxnSpPr>
          <p:nvPr/>
        </p:nvCxnSpPr>
        <p:spPr>
          <a:xfrm>
            <a:off x="7620000" y="1928813"/>
            <a:ext cx="857250" cy="0"/>
          </a:xfrm>
          <a:prstGeom prst="straightConnector1">
            <a:avLst/>
          </a:prstGeom>
          <a:ln w="19050">
            <a:solidFill>
              <a:srgbClr val="002060"/>
            </a:solidFill>
            <a:tailEnd type="arrow" w="med" len="med"/>
          </a:ln>
        </p:spPr>
      </p:cxnSp>
      <p:cxnSp>
        <p:nvCxnSpPr>
          <p:cNvPr id="11" name="Straight Arrow Connector 10">
            <a:extLst>
              <a:ext uri="{FF2B5EF4-FFF2-40B4-BE49-F238E27FC236}">
                <a16:creationId xmlns:a16="http://schemas.microsoft.com/office/drawing/2014/main" id="{004B0B8E-68C5-4015-ABFD-87E112F549F5}"/>
              </a:ext>
            </a:extLst>
          </p:cNvPr>
          <p:cNvCxnSpPr>
            <a:stCxn id="5" idx="3"/>
            <a:endCxn id="6" idx="1"/>
          </p:cNvCxnSpPr>
          <p:nvPr/>
        </p:nvCxnSpPr>
        <p:spPr>
          <a:xfrm>
            <a:off x="3714750" y="1928813"/>
            <a:ext cx="857250" cy="0"/>
          </a:xfrm>
          <a:prstGeom prst="straightConnector1">
            <a:avLst/>
          </a:prstGeom>
          <a:ln w="19050">
            <a:solidFill>
              <a:srgbClr val="002060"/>
            </a:solidFill>
            <a:tailEnd type="arrow" w="med" len="med"/>
          </a:ln>
        </p:spPr>
      </p:cxnSp>
      <p:sp>
        <p:nvSpPr>
          <p:cNvPr id="2" name="Title 1">
            <a:extLst>
              <a:ext uri="{FF2B5EF4-FFF2-40B4-BE49-F238E27FC236}">
                <a16:creationId xmlns:a16="http://schemas.microsoft.com/office/drawing/2014/main" id="{54CD393A-8365-3C41-2C17-6494BBBD7105}"/>
              </a:ext>
            </a:extLst>
          </p:cNvPr>
          <p:cNvSpPr>
            <a:spLocks noGrp="1"/>
          </p:cNvSpPr>
          <p:nvPr>
            <p:ph type="title"/>
          </p:nvPr>
        </p:nvSpPr>
        <p:spPr>
          <a:xfrm>
            <a:off x="0" y="0"/>
            <a:ext cx="12192000" cy="762000"/>
          </a:xfrm>
          <a:prstGeom prst="rect">
            <a:avLst/>
          </a:prstGeom>
          <a:solidFill>
            <a:srgbClr val="002060"/>
          </a:solidFill>
        </p:spPr>
        <p:txBody>
          <a:bodyPr>
            <a:normAutofit/>
          </a:bodyPr>
          <a:lstStyle>
            <a:defPPr algn="ctr">
              <a:defRPr sz="4050" b="1">
                <a:solidFill>
                  <a:srgbClr val="FFFFFF"/>
                </a:solidFill>
                <a:latin typeface="Times New Roman"/>
                <a:ea typeface="Times New Roman"/>
                <a:cs typeface="Times New Roman"/>
              </a:defRPr>
            </a:defPPr>
            <a:lvl1pPr algn="ctr">
              <a:defRPr sz="4050" b="1">
                <a:solidFill>
                  <a:srgbClr val="FFFFFF"/>
                </a:solidFill>
                <a:latin typeface="Times New Roman"/>
                <a:ea typeface="Times New Roman"/>
                <a:cs typeface="Times New Roman"/>
              </a:defRPr>
            </a:lvl1pPr>
            <a:lvl2pPr algn="ctr">
              <a:defRPr sz="4050" b="1">
                <a:solidFill>
                  <a:srgbClr val="FFFFFF"/>
                </a:solidFill>
                <a:latin typeface="Times New Roman"/>
                <a:ea typeface="Times New Roman"/>
                <a:cs typeface="Times New Roman"/>
              </a:defRPr>
            </a:lvl2pPr>
            <a:lvl3pPr algn="ctr">
              <a:defRPr sz="4050" b="1">
                <a:solidFill>
                  <a:srgbClr val="FFFFFF"/>
                </a:solidFill>
                <a:latin typeface="Times New Roman"/>
                <a:ea typeface="Times New Roman"/>
                <a:cs typeface="Times New Roman"/>
              </a:defRPr>
            </a:lvl3pPr>
            <a:lvl4pPr algn="ctr">
              <a:defRPr sz="4050" b="1">
                <a:solidFill>
                  <a:srgbClr val="FFFFFF"/>
                </a:solidFill>
                <a:latin typeface="Times New Roman"/>
                <a:ea typeface="Times New Roman"/>
                <a:cs typeface="Times New Roman"/>
              </a:defRPr>
            </a:lvl4pPr>
            <a:lvl5pPr algn="ctr">
              <a:defRPr sz="4050" b="1">
                <a:solidFill>
                  <a:srgbClr val="FFFFFF"/>
                </a:solidFill>
                <a:latin typeface="Times New Roman"/>
                <a:ea typeface="Times New Roman"/>
                <a:cs typeface="Times New Roman"/>
              </a:defRPr>
            </a:lvl5pPr>
            <a:lvl6pPr algn="ctr">
              <a:defRPr sz="4050" b="1">
                <a:solidFill>
                  <a:srgbClr val="FFFFFF"/>
                </a:solidFill>
                <a:latin typeface="Times New Roman"/>
                <a:ea typeface="Times New Roman"/>
                <a:cs typeface="Times New Roman"/>
              </a:defRPr>
            </a:lvl6pPr>
            <a:lvl7pPr algn="ctr">
              <a:defRPr sz="4050" b="1">
                <a:solidFill>
                  <a:srgbClr val="FFFFFF"/>
                </a:solidFill>
                <a:latin typeface="Times New Roman"/>
                <a:ea typeface="Times New Roman"/>
                <a:cs typeface="Times New Roman"/>
              </a:defRPr>
            </a:lvl7pPr>
            <a:lvl8pPr algn="ctr">
              <a:defRPr sz="4050" b="1">
                <a:solidFill>
                  <a:srgbClr val="FFFFFF"/>
                </a:solidFill>
                <a:latin typeface="Times New Roman"/>
                <a:ea typeface="Times New Roman"/>
                <a:cs typeface="Times New Roman"/>
              </a:defRPr>
            </a:lvl8pPr>
            <a:lvl9pPr algn="ctr">
              <a:defRPr sz="4050" b="1">
                <a:solidFill>
                  <a:srgbClr val="FFFFFF"/>
                </a:solidFill>
                <a:latin typeface="Times New Roman"/>
                <a:ea typeface="Times New Roman"/>
                <a:cs typeface="Times New Roman"/>
              </a:defRPr>
            </a:lvl9pPr>
          </a:lstStyle>
          <a:p>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BLE Communication Workflow</a:t>
            </a:r>
          </a:p>
        </p:txBody>
      </p:sp>
      <p:sp>
        <p:nvSpPr>
          <p:cNvPr id="4" name="Footer Placeholder 3">
            <a:extLst>
              <a:ext uri="{FF2B5EF4-FFF2-40B4-BE49-F238E27FC236}">
                <a16:creationId xmlns:a16="http://schemas.microsoft.com/office/drawing/2014/main" id="{3D9C6012-FCED-4937-A4AB-8CEEC135A13C}"/>
              </a:ext>
            </a:extLst>
          </p:cNvPr>
          <p:cNvSpPr>
            <a:spLocks noGrp="1"/>
          </p:cNvSpPr>
          <p:nvPr>
            <p:ph type="ftr" idx="11"/>
          </p:nvPr>
        </p:nvSpPr>
        <p:spPr>
          <a:xfrm>
            <a:off x="0" y="6492907"/>
            <a:ext cx="12192000" cy="365093"/>
          </a:xfrm>
          <a:prstGeom prst="rect">
            <a:avLst/>
          </a:prstGeom>
          <a:solidFill>
            <a:srgbClr val="002060"/>
          </a:solidFill>
        </p:spPr>
        <p:txBody>
          <a:bodyPr/>
          <a:lstStyle>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sp>
        <p:nvSpPr>
          <p:cNvPr id="5" name="Scan for&#10;Smart_Ambulance">
            <a:extLst>
              <a:ext uri="{FF2B5EF4-FFF2-40B4-BE49-F238E27FC236}">
                <a16:creationId xmlns:a16="http://schemas.microsoft.com/office/drawing/2014/main" id="{3EC534E1-DB52-4D82-BC53-5163A72AFED6}"/>
              </a:ext>
            </a:extLst>
          </p:cNvPr>
          <p:cNvSpPr>
            <a:spLocks noGrp="1"/>
          </p:cNvSpPr>
          <p:nvPr/>
        </p:nvSpPr>
        <p:spPr>
          <a:xfrm>
            <a:off x="666750" y="1381125"/>
            <a:ext cx="3048000" cy="1095375"/>
          </a:xfrm>
          <a:prstGeom prst="rect">
            <a:avLst/>
          </a:prstGeom>
          <a:solidFill>
            <a:srgbClr val="EDF3F9"/>
          </a:solidFill>
          <a:ln w="14288">
            <a:solidFill>
              <a:srgbClr val="002060"/>
            </a:solidFill>
          </a:ln>
        </p:spPr>
        <p:txBody>
          <a:bodyPr lIns="76200" tIns="76200" rIns="76200" bIns="76200" anchor="ctr"/>
          <a:lstStyle>
            <a:defPPr algn="ctr">
              <a:defRPr sz="2175" b="1">
                <a:solidFill>
                  <a:srgbClr val="002060"/>
                </a:solidFill>
                <a:latin typeface="Times New Roman"/>
                <a:ea typeface="Times New Roman"/>
                <a:cs typeface="Times New Roman"/>
              </a:defRPr>
            </a:defPPr>
            <a:lvl1pPr algn="ctr">
              <a:defRPr sz="2175" b="1">
                <a:solidFill>
                  <a:srgbClr val="002060"/>
                </a:solidFill>
                <a:latin typeface="Times New Roman"/>
                <a:ea typeface="Times New Roman"/>
                <a:cs typeface="Times New Roman"/>
              </a:defRPr>
            </a:lvl1pPr>
            <a:lvl2pPr algn="ctr">
              <a:defRPr sz="2175" b="1">
                <a:solidFill>
                  <a:srgbClr val="002060"/>
                </a:solidFill>
                <a:latin typeface="Times New Roman"/>
                <a:ea typeface="Times New Roman"/>
                <a:cs typeface="Times New Roman"/>
              </a:defRPr>
            </a:lvl2pPr>
            <a:lvl3pPr algn="ctr">
              <a:defRPr sz="2175" b="1">
                <a:solidFill>
                  <a:srgbClr val="002060"/>
                </a:solidFill>
                <a:latin typeface="Times New Roman"/>
                <a:ea typeface="Times New Roman"/>
                <a:cs typeface="Times New Roman"/>
              </a:defRPr>
            </a:lvl3pPr>
            <a:lvl4pPr algn="ctr">
              <a:defRPr sz="2175" b="1">
                <a:solidFill>
                  <a:srgbClr val="002060"/>
                </a:solidFill>
                <a:latin typeface="Times New Roman"/>
                <a:ea typeface="Times New Roman"/>
                <a:cs typeface="Times New Roman"/>
              </a:defRPr>
            </a:lvl4pPr>
            <a:lvl5pPr algn="ctr">
              <a:defRPr sz="2175" b="1">
                <a:solidFill>
                  <a:srgbClr val="002060"/>
                </a:solidFill>
                <a:latin typeface="Times New Roman"/>
                <a:ea typeface="Times New Roman"/>
                <a:cs typeface="Times New Roman"/>
              </a:defRPr>
            </a:lvl5pPr>
            <a:lvl6pPr algn="ctr">
              <a:defRPr sz="2175" b="1">
                <a:solidFill>
                  <a:srgbClr val="002060"/>
                </a:solidFill>
                <a:latin typeface="Times New Roman"/>
                <a:ea typeface="Times New Roman"/>
                <a:cs typeface="Times New Roman"/>
              </a:defRPr>
            </a:lvl6pPr>
            <a:lvl7pPr algn="ctr">
              <a:defRPr sz="2175" b="1">
                <a:solidFill>
                  <a:srgbClr val="002060"/>
                </a:solidFill>
                <a:latin typeface="Times New Roman"/>
                <a:ea typeface="Times New Roman"/>
                <a:cs typeface="Times New Roman"/>
              </a:defRPr>
            </a:lvl7pPr>
            <a:lvl8pPr algn="ctr">
              <a:defRPr sz="2175" b="1">
                <a:solidFill>
                  <a:srgbClr val="002060"/>
                </a:solidFill>
                <a:latin typeface="Times New Roman"/>
                <a:ea typeface="Times New Roman"/>
                <a:cs typeface="Times New Roman"/>
              </a:defRPr>
            </a:lvl8pPr>
            <a:lvl9pPr algn="ctr">
              <a:defRPr sz="2175" b="1">
                <a:solidFill>
                  <a:srgbClr val="002060"/>
                </a:solidFill>
                <a:latin typeface="Times New Roman"/>
                <a:ea typeface="Times New Roman"/>
                <a:cs typeface="Times New Roman"/>
              </a:defRPr>
            </a:lvl9pPr>
          </a:lstStyle>
          <a:p>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Scan for</a:t>
            </a:r>
          </a:p>
          <a:p>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Smart_Ambulance</a:t>
            </a:r>
          </a:p>
        </p:txBody>
      </p:sp>
      <p:sp>
        <p:nvSpPr>
          <p:cNvPr id="6" name="Connect and&#10;encrypt link">
            <a:extLst>
              <a:ext uri="{FF2B5EF4-FFF2-40B4-BE49-F238E27FC236}">
                <a16:creationId xmlns:a16="http://schemas.microsoft.com/office/drawing/2014/main" id="{70D61D34-2748-45DF-9DE5-B2FE4FE041BA}"/>
              </a:ext>
            </a:extLst>
          </p:cNvPr>
          <p:cNvSpPr>
            <a:spLocks noGrp="1"/>
          </p:cNvSpPr>
          <p:nvPr/>
        </p:nvSpPr>
        <p:spPr>
          <a:xfrm>
            <a:off x="4572000" y="1381125"/>
            <a:ext cx="3048000" cy="1095375"/>
          </a:xfrm>
          <a:prstGeom prst="rect">
            <a:avLst/>
          </a:prstGeom>
          <a:solidFill>
            <a:srgbClr val="EDF3F9"/>
          </a:solidFill>
          <a:ln w="14288">
            <a:solidFill>
              <a:srgbClr val="002060"/>
            </a:solidFill>
          </a:ln>
        </p:spPr>
        <p:txBody>
          <a:bodyPr lIns="76200" tIns="76200" rIns="76200" bIns="76200" anchor="ctr"/>
          <a:lstStyle>
            <a:defPPr algn="ctr">
              <a:defRPr sz="2175" b="1">
                <a:solidFill>
                  <a:srgbClr val="002060"/>
                </a:solidFill>
                <a:latin typeface="Times New Roman"/>
                <a:ea typeface="Times New Roman"/>
                <a:cs typeface="Times New Roman"/>
              </a:defRPr>
            </a:defPPr>
            <a:lvl1pPr algn="ctr">
              <a:defRPr sz="2175" b="1">
                <a:solidFill>
                  <a:srgbClr val="002060"/>
                </a:solidFill>
                <a:latin typeface="Times New Roman"/>
                <a:ea typeface="Times New Roman"/>
                <a:cs typeface="Times New Roman"/>
              </a:defRPr>
            </a:lvl1pPr>
            <a:lvl2pPr algn="ctr">
              <a:defRPr sz="2175" b="1">
                <a:solidFill>
                  <a:srgbClr val="002060"/>
                </a:solidFill>
                <a:latin typeface="Times New Roman"/>
                <a:ea typeface="Times New Roman"/>
                <a:cs typeface="Times New Roman"/>
              </a:defRPr>
            </a:lvl2pPr>
            <a:lvl3pPr algn="ctr">
              <a:defRPr sz="2175" b="1">
                <a:solidFill>
                  <a:srgbClr val="002060"/>
                </a:solidFill>
                <a:latin typeface="Times New Roman"/>
                <a:ea typeface="Times New Roman"/>
                <a:cs typeface="Times New Roman"/>
              </a:defRPr>
            </a:lvl3pPr>
            <a:lvl4pPr algn="ctr">
              <a:defRPr sz="2175" b="1">
                <a:solidFill>
                  <a:srgbClr val="002060"/>
                </a:solidFill>
                <a:latin typeface="Times New Roman"/>
                <a:ea typeface="Times New Roman"/>
                <a:cs typeface="Times New Roman"/>
              </a:defRPr>
            </a:lvl4pPr>
            <a:lvl5pPr algn="ctr">
              <a:defRPr sz="2175" b="1">
                <a:solidFill>
                  <a:srgbClr val="002060"/>
                </a:solidFill>
                <a:latin typeface="Times New Roman"/>
                <a:ea typeface="Times New Roman"/>
                <a:cs typeface="Times New Roman"/>
              </a:defRPr>
            </a:lvl5pPr>
            <a:lvl6pPr algn="ctr">
              <a:defRPr sz="2175" b="1">
                <a:solidFill>
                  <a:srgbClr val="002060"/>
                </a:solidFill>
                <a:latin typeface="Times New Roman"/>
                <a:ea typeface="Times New Roman"/>
                <a:cs typeface="Times New Roman"/>
              </a:defRPr>
            </a:lvl6pPr>
            <a:lvl7pPr algn="ctr">
              <a:defRPr sz="2175" b="1">
                <a:solidFill>
                  <a:srgbClr val="002060"/>
                </a:solidFill>
                <a:latin typeface="Times New Roman"/>
                <a:ea typeface="Times New Roman"/>
                <a:cs typeface="Times New Roman"/>
              </a:defRPr>
            </a:lvl7pPr>
            <a:lvl8pPr algn="ctr">
              <a:defRPr sz="2175" b="1">
                <a:solidFill>
                  <a:srgbClr val="002060"/>
                </a:solidFill>
                <a:latin typeface="Times New Roman"/>
                <a:ea typeface="Times New Roman"/>
                <a:cs typeface="Times New Roman"/>
              </a:defRPr>
            </a:lvl8pPr>
            <a:lvl9pPr algn="ctr">
              <a:defRPr sz="2175" b="1">
                <a:solidFill>
                  <a:srgbClr val="002060"/>
                </a:solidFill>
                <a:latin typeface="Times New Roman"/>
                <a:ea typeface="Times New Roman"/>
                <a:cs typeface="Times New Roman"/>
              </a:defRPr>
            </a:lvl9pPr>
          </a:lstStyle>
          <a:p>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Connect and</a:t>
            </a:r>
          </a:p>
          <a:p>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encrypt link</a:t>
            </a:r>
          </a:p>
        </p:txBody>
      </p:sp>
      <p:sp>
        <p:nvSpPr>
          <p:cNvPr id="7" name="Discover GHSS&#10;and subscribe">
            <a:extLst>
              <a:ext uri="{FF2B5EF4-FFF2-40B4-BE49-F238E27FC236}">
                <a16:creationId xmlns:a16="http://schemas.microsoft.com/office/drawing/2014/main" id="{752EE862-24C5-4C2C-BFD8-42C07AA96859}"/>
              </a:ext>
            </a:extLst>
          </p:cNvPr>
          <p:cNvSpPr>
            <a:spLocks noGrp="1"/>
          </p:cNvSpPr>
          <p:nvPr/>
        </p:nvSpPr>
        <p:spPr>
          <a:xfrm>
            <a:off x="8477250" y="1381125"/>
            <a:ext cx="3048000" cy="1095375"/>
          </a:xfrm>
          <a:prstGeom prst="rect">
            <a:avLst/>
          </a:prstGeom>
          <a:solidFill>
            <a:srgbClr val="EDF3F9"/>
          </a:solidFill>
          <a:ln w="14288">
            <a:solidFill>
              <a:srgbClr val="002060"/>
            </a:solidFill>
          </a:ln>
        </p:spPr>
        <p:txBody>
          <a:bodyPr lIns="76200" tIns="76200" rIns="76200" bIns="76200" anchor="ctr"/>
          <a:lstStyle>
            <a:defPPr algn="ctr">
              <a:defRPr sz="2175" b="1">
                <a:solidFill>
                  <a:srgbClr val="002060"/>
                </a:solidFill>
                <a:latin typeface="Times New Roman"/>
                <a:ea typeface="Times New Roman"/>
                <a:cs typeface="Times New Roman"/>
              </a:defRPr>
            </a:defPPr>
            <a:lvl1pPr algn="ctr">
              <a:defRPr sz="2175" b="1">
                <a:solidFill>
                  <a:srgbClr val="002060"/>
                </a:solidFill>
                <a:latin typeface="Times New Roman"/>
                <a:ea typeface="Times New Roman"/>
                <a:cs typeface="Times New Roman"/>
              </a:defRPr>
            </a:lvl1pPr>
            <a:lvl2pPr algn="ctr">
              <a:defRPr sz="2175" b="1">
                <a:solidFill>
                  <a:srgbClr val="002060"/>
                </a:solidFill>
                <a:latin typeface="Times New Roman"/>
                <a:ea typeface="Times New Roman"/>
                <a:cs typeface="Times New Roman"/>
              </a:defRPr>
            </a:lvl2pPr>
            <a:lvl3pPr algn="ctr">
              <a:defRPr sz="2175" b="1">
                <a:solidFill>
                  <a:srgbClr val="002060"/>
                </a:solidFill>
                <a:latin typeface="Times New Roman"/>
                <a:ea typeface="Times New Roman"/>
                <a:cs typeface="Times New Roman"/>
              </a:defRPr>
            </a:lvl3pPr>
            <a:lvl4pPr algn="ctr">
              <a:defRPr sz="2175" b="1">
                <a:solidFill>
                  <a:srgbClr val="002060"/>
                </a:solidFill>
                <a:latin typeface="Times New Roman"/>
                <a:ea typeface="Times New Roman"/>
                <a:cs typeface="Times New Roman"/>
              </a:defRPr>
            </a:lvl4pPr>
            <a:lvl5pPr algn="ctr">
              <a:defRPr sz="2175" b="1">
                <a:solidFill>
                  <a:srgbClr val="002060"/>
                </a:solidFill>
                <a:latin typeface="Times New Roman"/>
                <a:ea typeface="Times New Roman"/>
                <a:cs typeface="Times New Roman"/>
              </a:defRPr>
            </a:lvl5pPr>
            <a:lvl6pPr algn="ctr">
              <a:defRPr sz="2175" b="1">
                <a:solidFill>
                  <a:srgbClr val="002060"/>
                </a:solidFill>
                <a:latin typeface="Times New Roman"/>
                <a:ea typeface="Times New Roman"/>
                <a:cs typeface="Times New Roman"/>
              </a:defRPr>
            </a:lvl6pPr>
            <a:lvl7pPr algn="ctr">
              <a:defRPr sz="2175" b="1">
                <a:solidFill>
                  <a:srgbClr val="002060"/>
                </a:solidFill>
                <a:latin typeface="Times New Roman"/>
                <a:ea typeface="Times New Roman"/>
                <a:cs typeface="Times New Roman"/>
              </a:defRPr>
            </a:lvl7pPr>
            <a:lvl8pPr algn="ctr">
              <a:defRPr sz="2175" b="1">
                <a:solidFill>
                  <a:srgbClr val="002060"/>
                </a:solidFill>
                <a:latin typeface="Times New Roman"/>
                <a:ea typeface="Times New Roman"/>
                <a:cs typeface="Times New Roman"/>
              </a:defRPr>
            </a:lvl8pPr>
            <a:lvl9pPr algn="ctr">
              <a:defRPr sz="2175" b="1">
                <a:solidFill>
                  <a:srgbClr val="002060"/>
                </a:solidFill>
                <a:latin typeface="Times New Roman"/>
                <a:ea typeface="Times New Roman"/>
                <a:cs typeface="Times New Roman"/>
              </a:defRPr>
            </a:lvl9pPr>
          </a:lstStyle>
          <a:p>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Discover GHSS</a:t>
            </a:r>
          </a:p>
          <a:p>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and subscribe</a:t>
            </a:r>
          </a:p>
        </p:txBody>
      </p:sp>
      <p:sp>
        <p:nvSpPr>
          <p:cNvPr id="8" name="Send Start&#10;command 0x01">
            <a:extLst>
              <a:ext uri="{FF2B5EF4-FFF2-40B4-BE49-F238E27FC236}">
                <a16:creationId xmlns:a16="http://schemas.microsoft.com/office/drawing/2014/main" id="{A90DB280-86FD-4D1C-861B-90313F97032F}"/>
              </a:ext>
            </a:extLst>
          </p:cNvPr>
          <p:cNvSpPr>
            <a:spLocks noGrp="1"/>
          </p:cNvSpPr>
          <p:nvPr/>
        </p:nvSpPr>
        <p:spPr>
          <a:xfrm>
            <a:off x="8477250" y="3762375"/>
            <a:ext cx="3048000" cy="1095375"/>
          </a:xfrm>
          <a:prstGeom prst="rect">
            <a:avLst/>
          </a:prstGeom>
          <a:solidFill>
            <a:srgbClr val="EDF3F9"/>
          </a:solidFill>
          <a:ln w="14288">
            <a:solidFill>
              <a:srgbClr val="002060"/>
            </a:solidFill>
          </a:ln>
        </p:spPr>
        <p:txBody>
          <a:bodyPr lIns="76200" tIns="76200" rIns="76200" bIns="76200" anchor="ctr"/>
          <a:lstStyle>
            <a:defPPr algn="ctr">
              <a:defRPr sz="2175" b="1">
                <a:solidFill>
                  <a:srgbClr val="002060"/>
                </a:solidFill>
                <a:latin typeface="Times New Roman"/>
                <a:ea typeface="Times New Roman"/>
                <a:cs typeface="Times New Roman"/>
              </a:defRPr>
            </a:defPPr>
            <a:lvl1pPr algn="ctr">
              <a:defRPr sz="2175" b="1">
                <a:solidFill>
                  <a:srgbClr val="002060"/>
                </a:solidFill>
                <a:latin typeface="Times New Roman"/>
                <a:ea typeface="Times New Roman"/>
                <a:cs typeface="Times New Roman"/>
              </a:defRPr>
            </a:lvl1pPr>
            <a:lvl2pPr algn="ctr">
              <a:defRPr sz="2175" b="1">
                <a:solidFill>
                  <a:srgbClr val="002060"/>
                </a:solidFill>
                <a:latin typeface="Times New Roman"/>
                <a:ea typeface="Times New Roman"/>
                <a:cs typeface="Times New Roman"/>
              </a:defRPr>
            </a:lvl2pPr>
            <a:lvl3pPr algn="ctr">
              <a:defRPr sz="2175" b="1">
                <a:solidFill>
                  <a:srgbClr val="002060"/>
                </a:solidFill>
                <a:latin typeface="Times New Roman"/>
                <a:ea typeface="Times New Roman"/>
                <a:cs typeface="Times New Roman"/>
              </a:defRPr>
            </a:lvl3pPr>
            <a:lvl4pPr algn="ctr">
              <a:defRPr sz="2175" b="1">
                <a:solidFill>
                  <a:srgbClr val="002060"/>
                </a:solidFill>
                <a:latin typeface="Times New Roman"/>
                <a:ea typeface="Times New Roman"/>
                <a:cs typeface="Times New Roman"/>
              </a:defRPr>
            </a:lvl4pPr>
            <a:lvl5pPr algn="ctr">
              <a:defRPr sz="2175" b="1">
                <a:solidFill>
                  <a:srgbClr val="002060"/>
                </a:solidFill>
                <a:latin typeface="Times New Roman"/>
                <a:ea typeface="Times New Roman"/>
                <a:cs typeface="Times New Roman"/>
              </a:defRPr>
            </a:lvl5pPr>
            <a:lvl6pPr algn="ctr">
              <a:defRPr sz="2175" b="1">
                <a:solidFill>
                  <a:srgbClr val="002060"/>
                </a:solidFill>
                <a:latin typeface="Times New Roman"/>
                <a:ea typeface="Times New Roman"/>
                <a:cs typeface="Times New Roman"/>
              </a:defRPr>
            </a:lvl6pPr>
            <a:lvl7pPr algn="ctr">
              <a:defRPr sz="2175" b="1">
                <a:solidFill>
                  <a:srgbClr val="002060"/>
                </a:solidFill>
                <a:latin typeface="Times New Roman"/>
                <a:ea typeface="Times New Roman"/>
                <a:cs typeface="Times New Roman"/>
              </a:defRPr>
            </a:lvl7pPr>
            <a:lvl8pPr algn="ctr">
              <a:defRPr sz="2175" b="1">
                <a:solidFill>
                  <a:srgbClr val="002060"/>
                </a:solidFill>
                <a:latin typeface="Times New Roman"/>
                <a:ea typeface="Times New Roman"/>
                <a:cs typeface="Times New Roman"/>
              </a:defRPr>
            </a:lvl8pPr>
            <a:lvl9pPr algn="ctr">
              <a:defRPr sz="2175" b="1">
                <a:solidFill>
                  <a:srgbClr val="002060"/>
                </a:solidFill>
                <a:latin typeface="Times New Roman"/>
                <a:ea typeface="Times New Roman"/>
                <a:cs typeface="Times New Roman"/>
              </a:defRPr>
            </a:lvl9pPr>
          </a:lstStyle>
          <a:p>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Send Start</a:t>
            </a:r>
          </a:p>
          <a:p>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command 0x01</a:t>
            </a:r>
          </a:p>
        </p:txBody>
      </p:sp>
      <p:sp>
        <p:nvSpPr>
          <p:cNvPr id="9" name="Receive simulated&#10;vital observations">
            <a:extLst>
              <a:ext uri="{FF2B5EF4-FFF2-40B4-BE49-F238E27FC236}">
                <a16:creationId xmlns:a16="http://schemas.microsoft.com/office/drawing/2014/main" id="{772BE867-2CA6-458C-8A20-78D23F5D1951}"/>
              </a:ext>
            </a:extLst>
          </p:cNvPr>
          <p:cNvSpPr>
            <a:spLocks noGrp="1"/>
          </p:cNvSpPr>
          <p:nvPr/>
        </p:nvSpPr>
        <p:spPr>
          <a:xfrm>
            <a:off x="4572000" y="3762375"/>
            <a:ext cx="3048000" cy="1095375"/>
          </a:xfrm>
          <a:prstGeom prst="rect">
            <a:avLst/>
          </a:prstGeom>
          <a:solidFill>
            <a:srgbClr val="EDF3F9"/>
          </a:solidFill>
          <a:ln w="14288">
            <a:solidFill>
              <a:srgbClr val="002060"/>
            </a:solidFill>
          </a:ln>
        </p:spPr>
        <p:txBody>
          <a:bodyPr lIns="76200" tIns="76200" rIns="76200" bIns="76200" anchor="ctr"/>
          <a:lstStyle>
            <a:defPPr algn="ctr">
              <a:defRPr sz="2175" b="1">
                <a:solidFill>
                  <a:srgbClr val="002060"/>
                </a:solidFill>
                <a:latin typeface="Times New Roman"/>
                <a:ea typeface="Times New Roman"/>
                <a:cs typeface="Times New Roman"/>
              </a:defRPr>
            </a:defPPr>
            <a:lvl1pPr algn="ctr">
              <a:defRPr sz="2175" b="1">
                <a:solidFill>
                  <a:srgbClr val="002060"/>
                </a:solidFill>
                <a:latin typeface="Times New Roman"/>
                <a:ea typeface="Times New Roman"/>
                <a:cs typeface="Times New Roman"/>
              </a:defRPr>
            </a:lvl1pPr>
            <a:lvl2pPr algn="ctr">
              <a:defRPr sz="2175" b="1">
                <a:solidFill>
                  <a:srgbClr val="002060"/>
                </a:solidFill>
                <a:latin typeface="Times New Roman"/>
                <a:ea typeface="Times New Roman"/>
                <a:cs typeface="Times New Roman"/>
              </a:defRPr>
            </a:lvl2pPr>
            <a:lvl3pPr algn="ctr">
              <a:defRPr sz="2175" b="1">
                <a:solidFill>
                  <a:srgbClr val="002060"/>
                </a:solidFill>
                <a:latin typeface="Times New Roman"/>
                <a:ea typeface="Times New Roman"/>
                <a:cs typeface="Times New Roman"/>
              </a:defRPr>
            </a:lvl3pPr>
            <a:lvl4pPr algn="ctr">
              <a:defRPr sz="2175" b="1">
                <a:solidFill>
                  <a:srgbClr val="002060"/>
                </a:solidFill>
                <a:latin typeface="Times New Roman"/>
                <a:ea typeface="Times New Roman"/>
                <a:cs typeface="Times New Roman"/>
              </a:defRPr>
            </a:lvl4pPr>
            <a:lvl5pPr algn="ctr">
              <a:defRPr sz="2175" b="1">
                <a:solidFill>
                  <a:srgbClr val="002060"/>
                </a:solidFill>
                <a:latin typeface="Times New Roman"/>
                <a:ea typeface="Times New Roman"/>
                <a:cs typeface="Times New Roman"/>
              </a:defRPr>
            </a:lvl5pPr>
            <a:lvl6pPr algn="ctr">
              <a:defRPr sz="2175" b="1">
                <a:solidFill>
                  <a:srgbClr val="002060"/>
                </a:solidFill>
                <a:latin typeface="Times New Roman"/>
                <a:ea typeface="Times New Roman"/>
                <a:cs typeface="Times New Roman"/>
              </a:defRPr>
            </a:lvl6pPr>
            <a:lvl7pPr algn="ctr">
              <a:defRPr sz="2175" b="1">
                <a:solidFill>
                  <a:srgbClr val="002060"/>
                </a:solidFill>
                <a:latin typeface="Times New Roman"/>
                <a:ea typeface="Times New Roman"/>
                <a:cs typeface="Times New Roman"/>
              </a:defRPr>
            </a:lvl7pPr>
            <a:lvl8pPr algn="ctr">
              <a:defRPr sz="2175" b="1">
                <a:solidFill>
                  <a:srgbClr val="002060"/>
                </a:solidFill>
                <a:latin typeface="Times New Roman"/>
                <a:ea typeface="Times New Roman"/>
                <a:cs typeface="Times New Roman"/>
              </a:defRPr>
            </a:lvl8pPr>
            <a:lvl9pPr algn="ctr">
              <a:defRPr sz="2175" b="1">
                <a:solidFill>
                  <a:srgbClr val="002060"/>
                </a:solidFill>
                <a:latin typeface="Times New Roman"/>
                <a:ea typeface="Times New Roman"/>
                <a:cs typeface="Times New Roman"/>
              </a:defRPr>
            </a:lvl9pPr>
          </a:lstStyle>
          <a:p>
            <a:pPr algn="ctr">
              <a:defRPr sz="2175" b="1">
                <a:solidFill>
                  <a:srgbClr val="002060"/>
                </a:solidFill>
                <a:latin typeface="Times New Roman"/>
                <a:ea typeface="Times New Roman"/>
                <a:cs typeface="Times New Roman"/>
              </a:defRPr>
            </a:pPr>
            <a:r>
              <a:rPr sz="2175" b="1" dirty="0">
                <a:solidFill>
                  <a:srgbClr val="002060"/>
                </a:solidFill>
                <a:latin typeface="Times New Roman"/>
                <a:ea typeface="Times New Roman"/>
                <a:cs typeface="Times New Roman"/>
              </a:rPr>
              <a:t>Receive simulated</a:t>
            </a:r>
          </a:p>
          <a:p>
            <a:pPr algn="ctr">
              <a:defRPr sz="2175" b="1">
                <a:solidFill>
                  <a:srgbClr val="002060"/>
                </a:solidFill>
                <a:latin typeface="Times New Roman"/>
                <a:ea typeface="Times New Roman"/>
                <a:cs typeface="Times New Roman"/>
              </a:defRPr>
            </a:pPr>
            <a:r>
              <a:rPr sz="2175" b="1" dirty="0">
                <a:solidFill>
                  <a:srgbClr val="002060"/>
                </a:solidFill>
                <a:latin typeface="Times New Roman"/>
                <a:ea typeface="Times New Roman"/>
                <a:cs typeface="Times New Roman"/>
              </a:rPr>
              <a:t>vital observations</a:t>
            </a:r>
          </a:p>
        </p:txBody>
      </p:sp>
      <p:sp>
        <p:nvSpPr>
          <p:cNvPr id="10" name="Decode and display&#10;HR, SpO2, temperature">
            <a:extLst>
              <a:ext uri="{FF2B5EF4-FFF2-40B4-BE49-F238E27FC236}">
                <a16:creationId xmlns:a16="http://schemas.microsoft.com/office/drawing/2014/main" id="{9F2374F1-590F-4E20-A086-E040650A59C6}"/>
              </a:ext>
            </a:extLst>
          </p:cNvPr>
          <p:cNvSpPr>
            <a:spLocks noGrp="1"/>
          </p:cNvSpPr>
          <p:nvPr/>
        </p:nvSpPr>
        <p:spPr>
          <a:xfrm>
            <a:off x="666750" y="3762375"/>
            <a:ext cx="3048000" cy="1095375"/>
          </a:xfrm>
          <a:prstGeom prst="rect">
            <a:avLst/>
          </a:prstGeom>
          <a:solidFill>
            <a:srgbClr val="EDF3F9"/>
          </a:solidFill>
          <a:ln w="14288">
            <a:solidFill>
              <a:srgbClr val="002060"/>
            </a:solidFill>
          </a:ln>
        </p:spPr>
        <p:txBody>
          <a:bodyPr lIns="76200" tIns="76200" rIns="76200" bIns="76200" anchor="ctr"/>
          <a:lstStyle>
            <a:defPPr algn="ctr">
              <a:defRPr sz="2175" b="1">
                <a:solidFill>
                  <a:srgbClr val="002060"/>
                </a:solidFill>
                <a:latin typeface="Times New Roman"/>
                <a:ea typeface="Times New Roman"/>
                <a:cs typeface="Times New Roman"/>
              </a:defRPr>
            </a:defPPr>
            <a:lvl1pPr algn="ctr">
              <a:defRPr sz="2175" b="1">
                <a:solidFill>
                  <a:srgbClr val="002060"/>
                </a:solidFill>
                <a:latin typeface="Times New Roman"/>
                <a:ea typeface="Times New Roman"/>
                <a:cs typeface="Times New Roman"/>
              </a:defRPr>
            </a:lvl1pPr>
            <a:lvl2pPr algn="ctr">
              <a:defRPr sz="2175" b="1">
                <a:solidFill>
                  <a:srgbClr val="002060"/>
                </a:solidFill>
                <a:latin typeface="Times New Roman"/>
                <a:ea typeface="Times New Roman"/>
                <a:cs typeface="Times New Roman"/>
              </a:defRPr>
            </a:lvl2pPr>
            <a:lvl3pPr algn="ctr">
              <a:defRPr sz="2175" b="1">
                <a:solidFill>
                  <a:srgbClr val="002060"/>
                </a:solidFill>
                <a:latin typeface="Times New Roman"/>
                <a:ea typeface="Times New Roman"/>
                <a:cs typeface="Times New Roman"/>
              </a:defRPr>
            </a:lvl3pPr>
            <a:lvl4pPr algn="ctr">
              <a:defRPr sz="2175" b="1">
                <a:solidFill>
                  <a:srgbClr val="002060"/>
                </a:solidFill>
                <a:latin typeface="Times New Roman"/>
                <a:ea typeface="Times New Roman"/>
                <a:cs typeface="Times New Roman"/>
              </a:defRPr>
            </a:lvl4pPr>
            <a:lvl5pPr algn="ctr">
              <a:defRPr sz="2175" b="1">
                <a:solidFill>
                  <a:srgbClr val="002060"/>
                </a:solidFill>
                <a:latin typeface="Times New Roman"/>
                <a:ea typeface="Times New Roman"/>
                <a:cs typeface="Times New Roman"/>
              </a:defRPr>
            </a:lvl5pPr>
            <a:lvl6pPr algn="ctr">
              <a:defRPr sz="2175" b="1">
                <a:solidFill>
                  <a:srgbClr val="002060"/>
                </a:solidFill>
                <a:latin typeface="Times New Roman"/>
                <a:ea typeface="Times New Roman"/>
                <a:cs typeface="Times New Roman"/>
              </a:defRPr>
            </a:lvl6pPr>
            <a:lvl7pPr algn="ctr">
              <a:defRPr sz="2175" b="1">
                <a:solidFill>
                  <a:srgbClr val="002060"/>
                </a:solidFill>
                <a:latin typeface="Times New Roman"/>
                <a:ea typeface="Times New Roman"/>
                <a:cs typeface="Times New Roman"/>
              </a:defRPr>
            </a:lvl7pPr>
            <a:lvl8pPr algn="ctr">
              <a:defRPr sz="2175" b="1">
                <a:solidFill>
                  <a:srgbClr val="002060"/>
                </a:solidFill>
                <a:latin typeface="Times New Roman"/>
                <a:ea typeface="Times New Roman"/>
                <a:cs typeface="Times New Roman"/>
              </a:defRPr>
            </a:lvl8pPr>
            <a:lvl9pPr algn="ctr">
              <a:defRPr sz="2175" b="1">
                <a:solidFill>
                  <a:srgbClr val="002060"/>
                </a:solidFill>
                <a:latin typeface="Times New Roman"/>
                <a:ea typeface="Times New Roman"/>
                <a:cs typeface="Times New Roman"/>
              </a:defRPr>
            </a:lvl9pPr>
          </a:lstStyle>
          <a:p>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Decode and display</a:t>
            </a:r>
          </a:p>
          <a:p>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HR, SpO2, temperature</a:t>
            </a:r>
          </a:p>
        </p:txBody>
      </p:sp>
      <p:sp>
        <p:nvSpPr>
          <p:cNvPr id="16" name="After subscription, the app enables start/sto">
            <a:extLst>
              <a:ext uri="{FF2B5EF4-FFF2-40B4-BE49-F238E27FC236}">
                <a16:creationId xmlns:a16="http://schemas.microsoft.com/office/drawing/2014/main" id="{A9FF0872-432F-4647-9E3B-26FF09BA661E}"/>
              </a:ext>
            </a:extLst>
          </p:cNvPr>
          <p:cNvSpPr>
            <a:spLocks noGrp="1"/>
          </p:cNvSpPr>
          <p:nvPr/>
        </p:nvSpPr>
        <p:spPr>
          <a:xfrm>
            <a:off x="664303" y="2762250"/>
            <a:ext cx="10477500" cy="571500"/>
          </a:xfrm>
          <a:prstGeom prst="rect">
            <a:avLst/>
          </a:prstGeom>
          <a:noFill/>
          <a:ln w="0">
            <a:noFill/>
          </a:ln>
        </p:spPr>
        <p:txBody>
          <a:bodyPr lIns="76200" tIns="76200" rIns="76200" bIns="76200" anchor="ctr"/>
          <a:lstStyle>
            <a:defPPr algn="l">
              <a:defRPr sz="2325" b="0">
                <a:solidFill>
                  <a:srgbClr val="0070C0"/>
                </a:solidFill>
                <a:latin typeface="Times New Roman"/>
                <a:ea typeface="Times New Roman"/>
                <a:cs typeface="Times New Roman"/>
              </a:defRPr>
            </a:defPPr>
            <a:lvl1pPr algn="l">
              <a:defRPr sz="2325" b="0">
                <a:solidFill>
                  <a:srgbClr val="0070C0"/>
                </a:solidFill>
                <a:latin typeface="Times New Roman"/>
                <a:ea typeface="Times New Roman"/>
                <a:cs typeface="Times New Roman"/>
              </a:defRPr>
            </a:lvl1pPr>
            <a:lvl2pPr algn="l">
              <a:defRPr sz="2325" b="0">
                <a:solidFill>
                  <a:srgbClr val="0070C0"/>
                </a:solidFill>
                <a:latin typeface="Times New Roman"/>
                <a:ea typeface="Times New Roman"/>
                <a:cs typeface="Times New Roman"/>
              </a:defRPr>
            </a:lvl2pPr>
            <a:lvl3pPr algn="l">
              <a:defRPr sz="2325" b="0">
                <a:solidFill>
                  <a:srgbClr val="0070C0"/>
                </a:solidFill>
                <a:latin typeface="Times New Roman"/>
                <a:ea typeface="Times New Roman"/>
                <a:cs typeface="Times New Roman"/>
              </a:defRPr>
            </a:lvl3pPr>
            <a:lvl4pPr algn="l">
              <a:defRPr sz="2325" b="0">
                <a:solidFill>
                  <a:srgbClr val="0070C0"/>
                </a:solidFill>
                <a:latin typeface="Times New Roman"/>
                <a:ea typeface="Times New Roman"/>
                <a:cs typeface="Times New Roman"/>
              </a:defRPr>
            </a:lvl4pPr>
            <a:lvl5pPr algn="l">
              <a:defRPr sz="2325" b="0">
                <a:solidFill>
                  <a:srgbClr val="0070C0"/>
                </a:solidFill>
                <a:latin typeface="Times New Roman"/>
                <a:ea typeface="Times New Roman"/>
                <a:cs typeface="Times New Roman"/>
              </a:defRPr>
            </a:lvl5pPr>
            <a:lvl6pPr algn="l">
              <a:defRPr sz="2325" b="0">
                <a:solidFill>
                  <a:srgbClr val="0070C0"/>
                </a:solidFill>
                <a:latin typeface="Times New Roman"/>
                <a:ea typeface="Times New Roman"/>
                <a:cs typeface="Times New Roman"/>
              </a:defRPr>
            </a:lvl6pPr>
            <a:lvl7pPr algn="l">
              <a:defRPr sz="2325" b="0">
                <a:solidFill>
                  <a:srgbClr val="0070C0"/>
                </a:solidFill>
                <a:latin typeface="Times New Roman"/>
                <a:ea typeface="Times New Roman"/>
                <a:cs typeface="Times New Roman"/>
              </a:defRPr>
            </a:lvl7pPr>
            <a:lvl8pPr algn="l">
              <a:defRPr sz="2325" b="0">
                <a:solidFill>
                  <a:srgbClr val="0070C0"/>
                </a:solidFill>
                <a:latin typeface="Times New Roman"/>
                <a:ea typeface="Times New Roman"/>
                <a:cs typeface="Times New Roman"/>
              </a:defRPr>
            </a:lvl8pPr>
            <a:lvl9pPr algn="l">
              <a:defRPr sz="2325" b="0">
                <a:solidFill>
                  <a:srgbClr val="0070C0"/>
                </a:solidFill>
                <a:latin typeface="Times New Roman"/>
                <a:ea typeface="Times New Roman"/>
                <a:cs typeface="Times New Roman"/>
              </a:defRPr>
            </a:lvl9pPr>
          </a:lstStyle>
          <a:p>
            <a:pPr algn="l">
              <a:defRPr sz="2325" b="0">
                <a:solidFill>
                  <a:srgbClr val="0070C0"/>
                </a:solidFill>
                <a:latin typeface="Times New Roman"/>
                <a:ea typeface="Times New Roman"/>
                <a:cs typeface="Times New Roman"/>
              </a:defRPr>
            </a:pPr>
            <a:r>
              <a:rPr sz="2000" b="0" dirty="0">
                <a:solidFill>
                  <a:schemeClr val="tx1"/>
                </a:solidFill>
                <a:latin typeface="Times New Roman"/>
                <a:ea typeface="Times New Roman"/>
                <a:cs typeface="Times New Roman"/>
              </a:rPr>
              <a:t>After subscription, the app enables start/stop control</a:t>
            </a:r>
          </a:p>
        </p:txBody>
      </p:sp>
      <p:sp>
        <p:nvSpPr>
          <p:cNvPr id="17" name="Stop: 0x02     Disconnect: ESP32 resumes adve">
            <a:extLst>
              <a:ext uri="{FF2B5EF4-FFF2-40B4-BE49-F238E27FC236}">
                <a16:creationId xmlns:a16="http://schemas.microsoft.com/office/drawing/2014/main" id="{A971D6EE-DC0D-4018-A4B4-5B5E8D6E1384}"/>
              </a:ext>
            </a:extLst>
          </p:cNvPr>
          <p:cNvSpPr>
            <a:spLocks noGrp="1"/>
          </p:cNvSpPr>
          <p:nvPr/>
        </p:nvSpPr>
        <p:spPr>
          <a:xfrm>
            <a:off x="666488" y="5077698"/>
            <a:ext cx="11144250" cy="419100"/>
          </a:xfrm>
          <a:prstGeom prst="rect">
            <a:avLst/>
          </a:prstGeom>
          <a:noFill/>
          <a:ln w="0">
            <a:noFill/>
          </a:ln>
        </p:spPr>
        <p:txBody>
          <a:bodyPr lIns="76200" tIns="76200" rIns="76200" bIns="76200" anchor="ctr"/>
          <a:lstStyle>
            <a:defPPr algn="l">
              <a:defRPr sz="1875" b="0">
                <a:solidFill>
                  <a:srgbClr val="0070C0"/>
                </a:solidFill>
                <a:latin typeface="Times New Roman"/>
                <a:ea typeface="Times New Roman"/>
                <a:cs typeface="Times New Roman"/>
              </a:defRPr>
            </a:defPPr>
            <a:lvl1pPr algn="l">
              <a:defRPr sz="1875" b="0">
                <a:solidFill>
                  <a:srgbClr val="0070C0"/>
                </a:solidFill>
                <a:latin typeface="Times New Roman"/>
                <a:ea typeface="Times New Roman"/>
                <a:cs typeface="Times New Roman"/>
              </a:defRPr>
            </a:lvl1pPr>
            <a:lvl2pPr algn="l">
              <a:defRPr sz="1875" b="0">
                <a:solidFill>
                  <a:srgbClr val="0070C0"/>
                </a:solidFill>
                <a:latin typeface="Times New Roman"/>
                <a:ea typeface="Times New Roman"/>
                <a:cs typeface="Times New Roman"/>
              </a:defRPr>
            </a:lvl2pPr>
            <a:lvl3pPr algn="l">
              <a:defRPr sz="1875" b="0">
                <a:solidFill>
                  <a:srgbClr val="0070C0"/>
                </a:solidFill>
                <a:latin typeface="Times New Roman"/>
                <a:ea typeface="Times New Roman"/>
                <a:cs typeface="Times New Roman"/>
              </a:defRPr>
            </a:lvl3pPr>
            <a:lvl4pPr algn="l">
              <a:defRPr sz="1875" b="0">
                <a:solidFill>
                  <a:srgbClr val="0070C0"/>
                </a:solidFill>
                <a:latin typeface="Times New Roman"/>
                <a:ea typeface="Times New Roman"/>
                <a:cs typeface="Times New Roman"/>
              </a:defRPr>
            </a:lvl4pPr>
            <a:lvl5pPr algn="l">
              <a:defRPr sz="1875" b="0">
                <a:solidFill>
                  <a:srgbClr val="0070C0"/>
                </a:solidFill>
                <a:latin typeface="Times New Roman"/>
                <a:ea typeface="Times New Roman"/>
                <a:cs typeface="Times New Roman"/>
              </a:defRPr>
            </a:lvl5pPr>
            <a:lvl6pPr algn="l">
              <a:defRPr sz="1875" b="0">
                <a:solidFill>
                  <a:srgbClr val="0070C0"/>
                </a:solidFill>
                <a:latin typeface="Times New Roman"/>
                <a:ea typeface="Times New Roman"/>
                <a:cs typeface="Times New Roman"/>
              </a:defRPr>
            </a:lvl6pPr>
            <a:lvl7pPr algn="l">
              <a:defRPr sz="1875" b="0">
                <a:solidFill>
                  <a:srgbClr val="0070C0"/>
                </a:solidFill>
                <a:latin typeface="Times New Roman"/>
                <a:ea typeface="Times New Roman"/>
                <a:cs typeface="Times New Roman"/>
              </a:defRPr>
            </a:lvl7pPr>
            <a:lvl8pPr algn="l">
              <a:defRPr sz="1875" b="0">
                <a:solidFill>
                  <a:srgbClr val="0070C0"/>
                </a:solidFill>
                <a:latin typeface="Times New Roman"/>
                <a:ea typeface="Times New Roman"/>
                <a:cs typeface="Times New Roman"/>
              </a:defRPr>
            </a:lvl8pPr>
            <a:lvl9pPr algn="l">
              <a:defRPr sz="1875" b="0">
                <a:solidFill>
                  <a:srgbClr val="0070C0"/>
                </a:solidFill>
                <a:latin typeface="Times New Roman"/>
                <a:ea typeface="Times New Roman"/>
                <a:cs typeface="Times New Roman"/>
              </a:defRPr>
            </a:lvl9pPr>
          </a:lstStyle>
          <a:p>
            <a:pPr algn="l">
              <a:defRPr sz="1875" b="0">
                <a:solidFill>
                  <a:srgbClr val="0070C0"/>
                </a:solidFill>
                <a:latin typeface="Times New Roman"/>
                <a:ea typeface="Times New Roman"/>
                <a:cs typeface="Times New Roman"/>
              </a:defRPr>
            </a:pPr>
            <a:r>
              <a:rPr sz="2000" b="0" dirty="0">
                <a:solidFill>
                  <a:schemeClr val="tx1"/>
                </a:solidFill>
                <a:latin typeface="Times New Roman"/>
                <a:ea typeface="Times New Roman"/>
                <a:cs typeface="Times New Roman"/>
              </a:rPr>
              <a:t>Stop: 0x02     Disconnect: ESP32 resumes advertising     Reconnect: scan and select again</a:t>
            </a:r>
          </a:p>
        </p:txBody>
      </p:sp>
      <p:sp>
        <p:nvSpPr>
          <p:cNvPr id="18" name="5">
            <a:extLst>
              <a:ext uri="{FF2B5EF4-FFF2-40B4-BE49-F238E27FC236}">
                <a16:creationId xmlns:a16="http://schemas.microsoft.com/office/drawing/2014/main" id="{3BED381B-E896-48C8-87C3-BF1D1FD6DFD2}"/>
              </a:ext>
            </a:extLst>
          </p:cNvPr>
          <p:cNvSpPr>
            <a:spLocks noGrp="1"/>
          </p:cNvSpPr>
          <p:nvPr/>
        </p:nvSpPr>
        <p:spPr>
          <a:xfrm>
            <a:off x="11430000" y="6496050"/>
            <a:ext cx="571500" cy="342900"/>
          </a:xfrm>
          <a:prstGeom prst="rect">
            <a:avLst/>
          </a:prstGeom>
          <a:noFill/>
          <a:ln w="0">
            <a:noFill/>
          </a:ln>
        </p:spPr>
        <p:txBody>
          <a:bodyPr lIns="76200" tIns="76200" rIns="76200" bIns="76200" anchor="ctr"/>
          <a:lstStyle>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a:pPr algn="r">
              <a:defRPr sz="1200" b="1">
                <a:solidFill>
                  <a:srgbClr val="FFFFFF"/>
                </a:solidFill>
                <a:latin typeface="Times New Roman"/>
                <a:ea typeface="Times New Roman"/>
                <a:cs typeface="Times New Roman"/>
              </a:defRPr>
            </a:pPr>
            <a:r>
              <a:rPr lang="en-IN" sz="1200" b="1">
                <a:solidFill>
                  <a:srgbClr val="FFFFFF"/>
                </a:solidFill>
                <a:latin typeface="Times New Roman"/>
                <a:ea typeface="Times New Roman"/>
                <a:cs typeface="Times New Roman"/>
              </a:rPr>
              <a:t>5</a:t>
            </a:r>
            <a:endParaRPr sz="1200" b="1">
              <a:solidFill>
                <a:srgbClr val="FFFFFF"/>
              </a:solidFill>
              <a:latin typeface="Times New Roman"/>
              <a:ea typeface="Times New Roman"/>
              <a:cs typeface="Times New Roman"/>
            </a:endParaRPr>
          </a:p>
        </p:txBody>
      </p:sp>
    </p:spTree>
    <p:extLst>
      <p:ext uri="{BB962C8B-B14F-4D97-AF65-F5344CB8AC3E}">
        <p14:creationId xmlns:p14="http://schemas.microsoft.com/office/powerpoint/2010/main" val="17335963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D393A-8365-3C41-2C17-6494BBBD7105}"/>
              </a:ext>
            </a:extLst>
          </p:cNvPr>
          <p:cNvSpPr>
            <a:spLocks noGrp="1"/>
          </p:cNvSpPr>
          <p:nvPr>
            <p:ph type="title"/>
          </p:nvPr>
        </p:nvSpPr>
        <p:spPr>
          <a:xfrm>
            <a:off x="0" y="0"/>
            <a:ext cx="12192000" cy="762000"/>
          </a:xfrm>
          <a:prstGeom prst="rect">
            <a:avLst/>
          </a:prstGeom>
          <a:solidFill>
            <a:srgbClr val="002060"/>
          </a:solidFill>
        </p:spPr>
        <p:txBody>
          <a:bodyPr>
            <a:normAutofit/>
          </a:bodyPr>
          <a:lstStyle>
            <a:defPPr algn="ctr">
              <a:defRPr sz="4050" b="1">
                <a:solidFill>
                  <a:srgbClr val="FFFFFF"/>
                </a:solidFill>
                <a:latin typeface="Times New Roman"/>
                <a:ea typeface="Times New Roman"/>
                <a:cs typeface="Times New Roman"/>
              </a:defRPr>
            </a:defPPr>
            <a:lvl1pPr algn="ctr">
              <a:defRPr sz="4050" b="1">
                <a:solidFill>
                  <a:srgbClr val="FFFFFF"/>
                </a:solidFill>
                <a:latin typeface="Times New Roman"/>
                <a:ea typeface="Times New Roman"/>
                <a:cs typeface="Times New Roman"/>
              </a:defRPr>
            </a:lvl1pPr>
            <a:lvl2pPr algn="ctr">
              <a:defRPr sz="4050" b="1">
                <a:solidFill>
                  <a:srgbClr val="FFFFFF"/>
                </a:solidFill>
                <a:latin typeface="Times New Roman"/>
                <a:ea typeface="Times New Roman"/>
                <a:cs typeface="Times New Roman"/>
              </a:defRPr>
            </a:lvl2pPr>
            <a:lvl3pPr algn="ctr">
              <a:defRPr sz="4050" b="1">
                <a:solidFill>
                  <a:srgbClr val="FFFFFF"/>
                </a:solidFill>
                <a:latin typeface="Times New Roman"/>
                <a:ea typeface="Times New Roman"/>
                <a:cs typeface="Times New Roman"/>
              </a:defRPr>
            </a:lvl3pPr>
            <a:lvl4pPr algn="ctr">
              <a:defRPr sz="4050" b="1">
                <a:solidFill>
                  <a:srgbClr val="FFFFFF"/>
                </a:solidFill>
                <a:latin typeface="Times New Roman"/>
                <a:ea typeface="Times New Roman"/>
                <a:cs typeface="Times New Roman"/>
              </a:defRPr>
            </a:lvl4pPr>
            <a:lvl5pPr algn="ctr">
              <a:defRPr sz="4050" b="1">
                <a:solidFill>
                  <a:srgbClr val="FFFFFF"/>
                </a:solidFill>
                <a:latin typeface="Times New Roman"/>
                <a:ea typeface="Times New Roman"/>
                <a:cs typeface="Times New Roman"/>
              </a:defRPr>
            </a:lvl5pPr>
            <a:lvl6pPr algn="ctr">
              <a:defRPr sz="4050" b="1">
                <a:solidFill>
                  <a:srgbClr val="FFFFFF"/>
                </a:solidFill>
                <a:latin typeface="Times New Roman"/>
                <a:ea typeface="Times New Roman"/>
                <a:cs typeface="Times New Roman"/>
              </a:defRPr>
            </a:lvl6pPr>
            <a:lvl7pPr algn="ctr">
              <a:defRPr sz="4050" b="1">
                <a:solidFill>
                  <a:srgbClr val="FFFFFF"/>
                </a:solidFill>
                <a:latin typeface="Times New Roman"/>
                <a:ea typeface="Times New Roman"/>
                <a:cs typeface="Times New Roman"/>
              </a:defRPr>
            </a:lvl7pPr>
            <a:lvl8pPr algn="ctr">
              <a:defRPr sz="4050" b="1">
                <a:solidFill>
                  <a:srgbClr val="FFFFFF"/>
                </a:solidFill>
                <a:latin typeface="Times New Roman"/>
                <a:ea typeface="Times New Roman"/>
                <a:cs typeface="Times New Roman"/>
              </a:defRPr>
            </a:lvl8pPr>
            <a:lvl9pPr algn="ctr">
              <a:defRPr sz="4050" b="1">
                <a:solidFill>
                  <a:srgbClr val="FFFFFF"/>
                </a:solidFill>
                <a:latin typeface="Times New Roman"/>
                <a:ea typeface="Times New Roman"/>
                <a:cs typeface="Times New Roman"/>
              </a:defRPr>
            </a:lvl9pPr>
          </a:lstStyle>
          <a:p>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Methods and Design Comparison</a:t>
            </a:r>
          </a:p>
        </p:txBody>
      </p:sp>
      <p:sp>
        <p:nvSpPr>
          <p:cNvPr id="4" name="Footer Placeholder 3">
            <a:extLst>
              <a:ext uri="{FF2B5EF4-FFF2-40B4-BE49-F238E27FC236}">
                <a16:creationId xmlns:a16="http://schemas.microsoft.com/office/drawing/2014/main" id="{3D9C6012-FCED-4937-A4AB-8CEEC135A13C}"/>
              </a:ext>
            </a:extLst>
          </p:cNvPr>
          <p:cNvSpPr>
            <a:spLocks noGrp="1"/>
          </p:cNvSpPr>
          <p:nvPr>
            <p:ph type="ftr" idx="11"/>
          </p:nvPr>
        </p:nvSpPr>
        <p:spPr>
          <a:xfrm>
            <a:off x="0" y="6492907"/>
            <a:ext cx="12192000" cy="365093"/>
          </a:xfrm>
          <a:prstGeom prst="rect">
            <a:avLst/>
          </a:prstGeom>
          <a:solidFill>
            <a:srgbClr val="002060"/>
          </a:solidFill>
        </p:spPr>
        <p:txBody>
          <a:bodyPr/>
          <a:lstStyle>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graphicFrame>
        <p:nvGraphicFramePr>
          <p:cNvPr id="5" name="Table 4">
            <a:extLst>
              <a:ext uri="{FF2B5EF4-FFF2-40B4-BE49-F238E27FC236}">
                <a16:creationId xmlns:a16="http://schemas.microsoft.com/office/drawing/2014/main" id="{54F42C30-595C-440C-ADDC-23277F929579}"/>
              </a:ext>
            </a:extLst>
          </p:cNvPr>
          <p:cNvGraphicFramePr/>
          <p:nvPr>
            <p:extLst>
              <p:ext uri="{D42A27DB-BD31-4B8C-83A1-F6EECF244321}">
                <p14:modId xmlns:p14="http://schemas.microsoft.com/office/powerpoint/2010/main" val="1415780120"/>
              </p:ext>
            </p:extLst>
          </p:nvPr>
        </p:nvGraphicFramePr>
        <p:xfrm>
          <a:off x="1349710" y="1112156"/>
          <a:ext cx="9492580" cy="4286250"/>
        </p:xfrm>
        <a:graphic>
          <a:graphicData uri="http://schemas.openxmlformats.org/drawingml/2006/table">
            <a:tbl>
              <a:tblPr/>
              <a:tblGrid>
                <a:gridCol w="4749086">
                  <a:extLst>
                    <a:ext uri="{9D8B030D-6E8A-4147-A177-3AD203B41FA5}">
                      <a16:colId xmlns:a16="http://schemas.microsoft.com/office/drawing/2014/main" val="20000"/>
                    </a:ext>
                  </a:extLst>
                </a:gridCol>
                <a:gridCol w="4743494">
                  <a:extLst>
                    <a:ext uri="{9D8B030D-6E8A-4147-A177-3AD203B41FA5}">
                      <a16:colId xmlns:a16="http://schemas.microsoft.com/office/drawing/2014/main" val="20002"/>
                    </a:ext>
                  </a:extLst>
                </a:gridCol>
              </a:tblGrid>
              <a:tr h="714375">
                <a:tc>
                  <a:txBody>
                    <a:bodyPr/>
                    <a:lstStyle/>
                    <a:p>
                      <a:pPr algn="ctr"/>
                      <a:r>
                        <a:rPr sz="2175" b="1">
                          <a:solidFill>
                            <a:srgbClr val="FFFFFF"/>
                          </a:solidFill>
                          <a:latin typeface="Times New Roman"/>
                          <a:ea typeface="Times New Roman"/>
                          <a:cs typeface="Times New Roman"/>
                        </a:rPr>
                        <a:t>Design aspect</a:t>
                      </a:r>
                    </a:p>
                  </a:txBody>
                  <a:tcPr marL="114300" marR="95250" marT="95250" marB="95250" anchor="ctr">
                    <a:lnL w="9525">
                      <a:solidFill>
                        <a:srgbClr val="CAD2DF"/>
                      </a:solidFill>
                    </a:lnL>
                    <a:lnR w="9525">
                      <a:solidFill>
                        <a:srgbClr val="CAD2DF"/>
                      </a:solidFill>
                    </a:lnR>
                    <a:lnT w="9525">
                      <a:solidFill>
                        <a:srgbClr val="CAD2DF"/>
                      </a:solidFill>
                    </a:lnT>
                    <a:lnB w="9525">
                      <a:solidFill>
                        <a:srgbClr val="CAD2DF"/>
                      </a:solidFill>
                    </a:lnB>
                    <a:solidFill>
                      <a:srgbClr val="002060"/>
                    </a:solidFill>
                  </a:tcPr>
                </a:tc>
                <a:tc>
                  <a:txBody>
                    <a:bodyPr/>
                    <a:lstStyle/>
                    <a:p>
                      <a:pPr algn="ctr"/>
                      <a:r>
                        <a:rPr sz="2175" b="1" dirty="0">
                          <a:solidFill>
                            <a:srgbClr val="FFFFFF"/>
                          </a:solidFill>
                          <a:latin typeface="Times New Roman"/>
                          <a:ea typeface="Times New Roman"/>
                          <a:cs typeface="Times New Roman"/>
                        </a:rPr>
                        <a:t>Target design</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a:solidFill>
                        <a:srgbClr val="CAD2DF"/>
                      </a:solidFill>
                    </a:lnT>
                    <a:lnB w="9525" cap="flat" cmpd="sng" algn="ctr">
                      <a:solidFill>
                        <a:srgbClr val="CAD2DF"/>
                      </a:solidFill>
                      <a:prstDash val="solid"/>
                      <a:round/>
                      <a:headEnd type="none" w="med" len="med"/>
                      <a:tailEnd type="none" w="med" len="med"/>
                    </a:lnB>
                    <a:solidFill>
                      <a:srgbClr val="002060"/>
                    </a:solidFill>
                  </a:tcPr>
                </a:tc>
                <a:extLst>
                  <a:ext uri="{0D108BD9-81ED-4DB2-BD59-A6C34878D82A}">
                    <a16:rowId xmlns:a16="http://schemas.microsoft.com/office/drawing/2014/main" val="10000"/>
                  </a:ext>
                </a:extLst>
              </a:tr>
              <a:tr h="714375">
                <a:tc>
                  <a:txBody>
                    <a:bodyPr/>
                    <a:lstStyle/>
                    <a:p>
                      <a:pPr algn="ctr"/>
                      <a:r>
                        <a:rPr sz="2175" b="0" dirty="0">
                          <a:solidFill>
                            <a:srgbClr val="111111"/>
                          </a:solidFill>
                          <a:latin typeface="Times New Roman"/>
                          <a:ea typeface="Times New Roman"/>
                          <a:cs typeface="Times New Roman"/>
                        </a:rPr>
                        <a:t>Device to phone</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pPr algn="ctr"/>
                      <a:r>
                        <a:rPr sz="2175" b="0">
                          <a:solidFill>
                            <a:srgbClr val="111111"/>
                          </a:solidFill>
                          <a:latin typeface="Times New Roman"/>
                          <a:ea typeface="Times New Roman"/>
                          <a:cs typeface="Times New Roman"/>
                        </a:rPr>
                        <a:t>Retain BLE gateway</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cap="flat" cmpd="sng" algn="ctr">
                      <a:solidFill>
                        <a:srgbClr val="CAD2DF"/>
                      </a:solidFill>
                      <a:prstDash val="solid"/>
                      <a:round/>
                      <a:headEnd type="none" w="med" len="med"/>
                      <a:tailEnd type="none" w="med" len="med"/>
                    </a:lnB>
                    <a:solidFill>
                      <a:srgbClr val="EDF3F9"/>
                    </a:solidFill>
                  </a:tcPr>
                </a:tc>
                <a:extLst>
                  <a:ext uri="{0D108BD9-81ED-4DB2-BD59-A6C34878D82A}">
                    <a16:rowId xmlns:a16="http://schemas.microsoft.com/office/drawing/2014/main" val="10001"/>
                  </a:ext>
                </a:extLst>
              </a:tr>
              <a:tr h="714375">
                <a:tc>
                  <a:txBody>
                    <a:bodyPr/>
                    <a:lstStyle/>
                    <a:p>
                      <a:pPr algn="ctr"/>
                      <a:r>
                        <a:rPr sz="2175" b="0" dirty="0">
                          <a:solidFill>
                            <a:srgbClr val="111111"/>
                          </a:solidFill>
                          <a:latin typeface="Times New Roman"/>
                          <a:ea typeface="Times New Roman"/>
                          <a:cs typeface="Times New Roman"/>
                        </a:rPr>
                        <a:t>Wide-area upload</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pPr algn="ctr"/>
                      <a:r>
                        <a:rPr sz="2175" b="0">
                          <a:solidFill>
                            <a:srgbClr val="111111"/>
                          </a:solidFill>
                          <a:latin typeface="Times New Roman"/>
                          <a:ea typeface="Times New Roman"/>
                          <a:cs typeface="Times New Roman"/>
                        </a:rPr>
                        <a:t>MQTT/TLS with CoAP fallback</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cap="flat" cmpd="sng" algn="ctr">
                      <a:solidFill>
                        <a:srgbClr val="CAD2D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14375">
                <a:tc>
                  <a:txBody>
                    <a:bodyPr/>
                    <a:lstStyle/>
                    <a:p>
                      <a:pPr algn="ctr"/>
                      <a:r>
                        <a:rPr sz="2175" b="0">
                          <a:solidFill>
                            <a:srgbClr val="111111"/>
                          </a:solidFill>
                          <a:latin typeface="Times New Roman"/>
                          <a:ea typeface="Times New Roman"/>
                          <a:cs typeface="Times New Roman"/>
                        </a:rPr>
                        <a:t>Data source</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pPr algn="ctr"/>
                      <a:r>
                        <a:rPr sz="2175" b="0" dirty="0">
                          <a:solidFill>
                            <a:srgbClr val="111111"/>
                          </a:solidFill>
                          <a:latin typeface="Times New Roman"/>
                          <a:ea typeface="Times New Roman"/>
                          <a:cs typeface="Times New Roman"/>
                        </a:rPr>
                        <a:t>Integrated physical sensors</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cap="flat" cmpd="sng" algn="ctr">
                      <a:solidFill>
                        <a:srgbClr val="CAD2DF"/>
                      </a:solidFill>
                      <a:prstDash val="solid"/>
                      <a:round/>
                      <a:headEnd type="none" w="med" len="med"/>
                      <a:tailEnd type="none" w="med" len="med"/>
                    </a:lnB>
                    <a:solidFill>
                      <a:srgbClr val="EDF3F9"/>
                    </a:solidFill>
                  </a:tcPr>
                </a:tc>
                <a:extLst>
                  <a:ext uri="{0D108BD9-81ED-4DB2-BD59-A6C34878D82A}">
                    <a16:rowId xmlns:a16="http://schemas.microsoft.com/office/drawing/2014/main" val="10003"/>
                  </a:ext>
                </a:extLst>
              </a:tr>
              <a:tr h="714375">
                <a:tc>
                  <a:txBody>
                    <a:bodyPr/>
                    <a:lstStyle/>
                    <a:p>
                      <a:pPr algn="ctr"/>
                      <a:r>
                        <a:rPr sz="2175" b="0">
                          <a:solidFill>
                            <a:srgbClr val="111111"/>
                          </a:solidFill>
                          <a:latin typeface="Times New Roman"/>
                          <a:ea typeface="Times New Roman"/>
                          <a:cs typeface="Times New Roman"/>
                        </a:rPr>
                        <a:t>Patient assessment</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pPr algn="ctr"/>
                      <a:r>
                        <a:rPr sz="2175" b="0" dirty="0">
                          <a:solidFill>
                            <a:srgbClr val="111111"/>
                          </a:solidFill>
                          <a:latin typeface="Times New Roman"/>
                          <a:ea typeface="Times New Roman"/>
                          <a:cs typeface="Times New Roman"/>
                        </a:rPr>
                        <a:t>ML risk classification</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cap="flat" cmpd="sng" algn="ctr">
                      <a:solidFill>
                        <a:srgbClr val="CAD2DF"/>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714375">
                <a:tc>
                  <a:txBody>
                    <a:bodyPr/>
                    <a:lstStyle/>
                    <a:p>
                      <a:pPr algn="ctr"/>
                      <a:r>
                        <a:rPr sz="2175" b="0">
                          <a:solidFill>
                            <a:srgbClr val="111111"/>
                          </a:solidFill>
                          <a:latin typeface="Times New Roman"/>
                          <a:ea typeface="Times New Roman"/>
                          <a:cs typeface="Times New Roman"/>
                        </a:rPr>
                        <a:t>Ambulance location</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pPr algn="ctr"/>
                      <a:r>
                        <a:rPr sz="2175" b="0" dirty="0">
                          <a:solidFill>
                            <a:srgbClr val="111111"/>
                          </a:solidFill>
                          <a:latin typeface="Times New Roman"/>
                          <a:ea typeface="Times New Roman"/>
                          <a:cs typeface="Times New Roman"/>
                        </a:rPr>
                        <a:t>Phone GPS with ETA</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extLst>
                  <a:ext uri="{0D108BD9-81ED-4DB2-BD59-A6C34878D82A}">
                    <a16:rowId xmlns:a16="http://schemas.microsoft.com/office/drawing/2014/main" val="10005"/>
                  </a:ext>
                </a:extLst>
              </a:tr>
            </a:tbl>
          </a:graphicData>
        </a:graphic>
      </p:graphicFrame>
      <p:sp>
        <p:nvSpPr>
          <p:cNvPr id="6" name="BLE supports the local link. Cloud transports">
            <a:extLst>
              <a:ext uri="{FF2B5EF4-FFF2-40B4-BE49-F238E27FC236}">
                <a16:creationId xmlns:a16="http://schemas.microsoft.com/office/drawing/2014/main" id="{93050350-D90E-4BE7-8097-5D2C8DC53885}"/>
              </a:ext>
            </a:extLst>
          </p:cNvPr>
          <p:cNvSpPr>
            <a:spLocks noGrp="1"/>
          </p:cNvSpPr>
          <p:nvPr/>
        </p:nvSpPr>
        <p:spPr>
          <a:xfrm>
            <a:off x="523875" y="5572649"/>
            <a:ext cx="11144250" cy="419100"/>
          </a:xfrm>
          <a:prstGeom prst="rect">
            <a:avLst/>
          </a:prstGeom>
          <a:noFill/>
          <a:ln w="0">
            <a:noFill/>
          </a:ln>
        </p:spPr>
        <p:txBody>
          <a:bodyPr lIns="76200" tIns="76200" rIns="76200" bIns="76200" anchor="ctr"/>
          <a:lstStyle>
            <a:defPPr algn="l">
              <a:defRPr sz="1875" b="0">
                <a:solidFill>
                  <a:srgbClr val="0070C0"/>
                </a:solidFill>
                <a:latin typeface="Times New Roman"/>
                <a:ea typeface="Times New Roman"/>
                <a:cs typeface="Times New Roman"/>
              </a:defRPr>
            </a:defPPr>
            <a:lvl1pPr algn="l">
              <a:defRPr sz="1875" b="0">
                <a:solidFill>
                  <a:srgbClr val="0070C0"/>
                </a:solidFill>
                <a:latin typeface="Times New Roman"/>
                <a:ea typeface="Times New Roman"/>
                <a:cs typeface="Times New Roman"/>
              </a:defRPr>
            </a:lvl1pPr>
            <a:lvl2pPr algn="l">
              <a:defRPr sz="1875" b="0">
                <a:solidFill>
                  <a:srgbClr val="0070C0"/>
                </a:solidFill>
                <a:latin typeface="Times New Roman"/>
                <a:ea typeface="Times New Roman"/>
                <a:cs typeface="Times New Roman"/>
              </a:defRPr>
            </a:lvl2pPr>
            <a:lvl3pPr algn="l">
              <a:defRPr sz="1875" b="0">
                <a:solidFill>
                  <a:srgbClr val="0070C0"/>
                </a:solidFill>
                <a:latin typeface="Times New Roman"/>
                <a:ea typeface="Times New Roman"/>
                <a:cs typeface="Times New Roman"/>
              </a:defRPr>
            </a:lvl3pPr>
            <a:lvl4pPr algn="l">
              <a:defRPr sz="1875" b="0">
                <a:solidFill>
                  <a:srgbClr val="0070C0"/>
                </a:solidFill>
                <a:latin typeface="Times New Roman"/>
                <a:ea typeface="Times New Roman"/>
                <a:cs typeface="Times New Roman"/>
              </a:defRPr>
            </a:lvl4pPr>
            <a:lvl5pPr algn="l">
              <a:defRPr sz="1875" b="0">
                <a:solidFill>
                  <a:srgbClr val="0070C0"/>
                </a:solidFill>
                <a:latin typeface="Times New Roman"/>
                <a:ea typeface="Times New Roman"/>
                <a:cs typeface="Times New Roman"/>
              </a:defRPr>
            </a:lvl5pPr>
            <a:lvl6pPr algn="l">
              <a:defRPr sz="1875" b="0">
                <a:solidFill>
                  <a:srgbClr val="0070C0"/>
                </a:solidFill>
                <a:latin typeface="Times New Roman"/>
                <a:ea typeface="Times New Roman"/>
                <a:cs typeface="Times New Roman"/>
              </a:defRPr>
            </a:lvl6pPr>
            <a:lvl7pPr algn="l">
              <a:defRPr sz="1875" b="0">
                <a:solidFill>
                  <a:srgbClr val="0070C0"/>
                </a:solidFill>
                <a:latin typeface="Times New Roman"/>
                <a:ea typeface="Times New Roman"/>
                <a:cs typeface="Times New Roman"/>
              </a:defRPr>
            </a:lvl7pPr>
            <a:lvl8pPr algn="l">
              <a:defRPr sz="1875" b="0">
                <a:solidFill>
                  <a:srgbClr val="0070C0"/>
                </a:solidFill>
                <a:latin typeface="Times New Roman"/>
                <a:ea typeface="Times New Roman"/>
                <a:cs typeface="Times New Roman"/>
              </a:defRPr>
            </a:lvl8pPr>
            <a:lvl9pPr algn="l">
              <a:defRPr sz="1875" b="0">
                <a:solidFill>
                  <a:srgbClr val="0070C0"/>
                </a:solidFill>
                <a:latin typeface="Times New Roman"/>
                <a:ea typeface="Times New Roman"/>
                <a:cs typeface="Times New Roman"/>
              </a:defRPr>
            </a:lvl9pPr>
          </a:lstStyle>
          <a:p>
            <a:pPr algn="l">
              <a:defRPr sz="1875" b="0">
                <a:solidFill>
                  <a:srgbClr val="0070C0"/>
                </a:solidFill>
                <a:latin typeface="Times New Roman"/>
                <a:ea typeface="Times New Roman"/>
                <a:cs typeface="Times New Roman"/>
              </a:defRPr>
            </a:pPr>
            <a:r>
              <a:rPr sz="1875" b="0" dirty="0">
                <a:solidFill>
                  <a:schemeClr val="tx1"/>
                </a:solidFill>
                <a:latin typeface="Times New Roman"/>
                <a:ea typeface="Times New Roman"/>
                <a:cs typeface="Times New Roman"/>
              </a:rPr>
              <a:t>BLE supports the local link. Cloud transports require phone internet connectivity.</a:t>
            </a:r>
          </a:p>
        </p:txBody>
      </p:sp>
      <p:sp>
        <p:nvSpPr>
          <p:cNvPr id="7" name="6">
            <a:extLst>
              <a:ext uri="{FF2B5EF4-FFF2-40B4-BE49-F238E27FC236}">
                <a16:creationId xmlns:a16="http://schemas.microsoft.com/office/drawing/2014/main" id="{72F8E5FE-8578-4D96-B2E9-83E6A8A39035}"/>
              </a:ext>
            </a:extLst>
          </p:cNvPr>
          <p:cNvSpPr>
            <a:spLocks noGrp="1"/>
          </p:cNvSpPr>
          <p:nvPr/>
        </p:nvSpPr>
        <p:spPr>
          <a:xfrm>
            <a:off x="11430000" y="6496050"/>
            <a:ext cx="571500" cy="342900"/>
          </a:xfrm>
          <a:prstGeom prst="rect">
            <a:avLst/>
          </a:prstGeom>
          <a:noFill/>
          <a:ln w="0">
            <a:noFill/>
          </a:ln>
        </p:spPr>
        <p:txBody>
          <a:bodyPr lIns="76200" tIns="76200" rIns="76200" bIns="76200" anchor="ctr"/>
          <a:lstStyle>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a:pPr algn="r">
              <a:defRPr sz="1200" b="1">
                <a:solidFill>
                  <a:srgbClr val="FFFFFF"/>
                </a:solidFill>
                <a:latin typeface="Times New Roman"/>
                <a:ea typeface="Times New Roman"/>
                <a:cs typeface="Times New Roman"/>
              </a:defRPr>
            </a:pPr>
            <a:r>
              <a:rPr lang="en-IN" sz="1200" b="1">
                <a:solidFill>
                  <a:srgbClr val="FFFFFF"/>
                </a:solidFill>
                <a:latin typeface="Times New Roman"/>
                <a:ea typeface="Times New Roman"/>
                <a:cs typeface="Times New Roman"/>
              </a:rPr>
              <a:t>6</a:t>
            </a:r>
            <a:endParaRPr sz="1200" b="1">
              <a:solidFill>
                <a:srgbClr val="FFFFFF"/>
              </a:solidFill>
              <a:latin typeface="Times New Roman"/>
              <a:ea typeface="Times New Roman"/>
              <a:cs typeface="Times New Roman"/>
            </a:endParaRPr>
          </a:p>
        </p:txBody>
      </p:sp>
    </p:spTree>
    <p:extLst>
      <p:ext uri="{BB962C8B-B14F-4D97-AF65-F5344CB8AC3E}">
        <p14:creationId xmlns:p14="http://schemas.microsoft.com/office/powerpoint/2010/main" val="17335963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D393A-8365-3C41-2C17-6494BBBD7105}"/>
              </a:ext>
            </a:extLst>
          </p:cNvPr>
          <p:cNvSpPr>
            <a:spLocks noGrp="1"/>
          </p:cNvSpPr>
          <p:nvPr>
            <p:ph type="title"/>
          </p:nvPr>
        </p:nvSpPr>
        <p:spPr>
          <a:xfrm>
            <a:off x="0" y="0"/>
            <a:ext cx="12192000" cy="762000"/>
          </a:xfrm>
          <a:prstGeom prst="rect">
            <a:avLst/>
          </a:prstGeom>
          <a:solidFill>
            <a:srgbClr val="002060"/>
          </a:solidFill>
        </p:spPr>
        <p:txBody>
          <a:bodyPr>
            <a:normAutofit/>
          </a:bodyPr>
          <a:lstStyle>
            <a:defPPr algn="ctr">
              <a:defRPr sz="4050" b="1">
                <a:solidFill>
                  <a:srgbClr val="FFFFFF"/>
                </a:solidFill>
                <a:latin typeface="Times New Roman"/>
                <a:ea typeface="Times New Roman"/>
                <a:cs typeface="Times New Roman"/>
              </a:defRPr>
            </a:defPPr>
            <a:lvl1pPr algn="ctr">
              <a:defRPr sz="4050" b="1">
                <a:solidFill>
                  <a:srgbClr val="FFFFFF"/>
                </a:solidFill>
                <a:latin typeface="Times New Roman"/>
                <a:ea typeface="Times New Roman"/>
                <a:cs typeface="Times New Roman"/>
              </a:defRPr>
            </a:lvl1pPr>
            <a:lvl2pPr algn="ctr">
              <a:defRPr sz="4050" b="1">
                <a:solidFill>
                  <a:srgbClr val="FFFFFF"/>
                </a:solidFill>
                <a:latin typeface="Times New Roman"/>
                <a:ea typeface="Times New Roman"/>
                <a:cs typeface="Times New Roman"/>
              </a:defRPr>
            </a:lvl2pPr>
            <a:lvl3pPr algn="ctr">
              <a:defRPr sz="4050" b="1">
                <a:solidFill>
                  <a:srgbClr val="FFFFFF"/>
                </a:solidFill>
                <a:latin typeface="Times New Roman"/>
                <a:ea typeface="Times New Roman"/>
                <a:cs typeface="Times New Roman"/>
              </a:defRPr>
            </a:lvl3pPr>
            <a:lvl4pPr algn="ctr">
              <a:defRPr sz="4050" b="1">
                <a:solidFill>
                  <a:srgbClr val="FFFFFF"/>
                </a:solidFill>
                <a:latin typeface="Times New Roman"/>
                <a:ea typeface="Times New Roman"/>
                <a:cs typeface="Times New Roman"/>
              </a:defRPr>
            </a:lvl4pPr>
            <a:lvl5pPr algn="ctr">
              <a:defRPr sz="4050" b="1">
                <a:solidFill>
                  <a:srgbClr val="FFFFFF"/>
                </a:solidFill>
                <a:latin typeface="Times New Roman"/>
                <a:ea typeface="Times New Roman"/>
                <a:cs typeface="Times New Roman"/>
              </a:defRPr>
            </a:lvl5pPr>
            <a:lvl6pPr algn="ctr">
              <a:defRPr sz="4050" b="1">
                <a:solidFill>
                  <a:srgbClr val="FFFFFF"/>
                </a:solidFill>
                <a:latin typeface="Times New Roman"/>
                <a:ea typeface="Times New Roman"/>
                <a:cs typeface="Times New Roman"/>
              </a:defRPr>
            </a:lvl6pPr>
            <a:lvl7pPr algn="ctr">
              <a:defRPr sz="4050" b="1">
                <a:solidFill>
                  <a:srgbClr val="FFFFFF"/>
                </a:solidFill>
                <a:latin typeface="Times New Roman"/>
                <a:ea typeface="Times New Roman"/>
                <a:cs typeface="Times New Roman"/>
              </a:defRPr>
            </a:lvl7pPr>
            <a:lvl8pPr algn="ctr">
              <a:defRPr sz="4050" b="1">
                <a:solidFill>
                  <a:srgbClr val="FFFFFF"/>
                </a:solidFill>
                <a:latin typeface="Times New Roman"/>
                <a:ea typeface="Times New Roman"/>
                <a:cs typeface="Times New Roman"/>
              </a:defRPr>
            </a:lvl8pPr>
            <a:lvl9pPr algn="ctr">
              <a:defRPr sz="4050" b="1">
                <a:solidFill>
                  <a:srgbClr val="FFFFFF"/>
                </a:solidFill>
                <a:latin typeface="Times New Roman"/>
                <a:ea typeface="Times New Roman"/>
                <a:cs typeface="Times New Roman"/>
              </a:defRPr>
            </a:lvl9pPr>
          </a:lstStyle>
          <a:p>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Functional Requirements</a:t>
            </a:r>
          </a:p>
        </p:txBody>
      </p:sp>
      <p:sp>
        <p:nvSpPr>
          <p:cNvPr id="4" name="Footer Placeholder 3">
            <a:extLst>
              <a:ext uri="{FF2B5EF4-FFF2-40B4-BE49-F238E27FC236}">
                <a16:creationId xmlns:a16="http://schemas.microsoft.com/office/drawing/2014/main" id="{3D9C6012-FCED-4937-A4AB-8CEEC135A13C}"/>
              </a:ext>
            </a:extLst>
          </p:cNvPr>
          <p:cNvSpPr>
            <a:spLocks noGrp="1"/>
          </p:cNvSpPr>
          <p:nvPr>
            <p:ph type="ftr" idx="11"/>
          </p:nvPr>
        </p:nvSpPr>
        <p:spPr>
          <a:xfrm>
            <a:off x="0" y="6492907"/>
            <a:ext cx="12192000" cy="365093"/>
          </a:xfrm>
          <a:prstGeom prst="rect">
            <a:avLst/>
          </a:prstGeom>
          <a:solidFill>
            <a:srgbClr val="002060"/>
          </a:solidFill>
        </p:spPr>
        <p:txBody>
          <a:bodyPr/>
          <a:lstStyle>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graphicFrame>
        <p:nvGraphicFramePr>
          <p:cNvPr id="5" name="Table 4">
            <a:extLst>
              <a:ext uri="{FF2B5EF4-FFF2-40B4-BE49-F238E27FC236}">
                <a16:creationId xmlns:a16="http://schemas.microsoft.com/office/drawing/2014/main" id="{96AF17B3-C550-48EB-B276-006546E5C772}"/>
              </a:ext>
            </a:extLst>
          </p:cNvPr>
          <p:cNvGraphicFramePr/>
          <p:nvPr/>
        </p:nvGraphicFramePr>
        <p:xfrm>
          <a:off x="523875" y="1190625"/>
          <a:ext cx="11144250" cy="4572001"/>
        </p:xfrm>
        <a:graphic>
          <a:graphicData uri="http://schemas.openxmlformats.org/drawingml/2006/table">
            <a:tbl>
              <a:tblPr/>
              <a:tblGrid>
                <a:gridCol w="952500">
                  <a:extLst>
                    <a:ext uri="{9D8B030D-6E8A-4147-A177-3AD203B41FA5}">
                      <a16:colId xmlns:a16="http://schemas.microsoft.com/office/drawing/2014/main" val="20000"/>
                    </a:ext>
                  </a:extLst>
                </a:gridCol>
                <a:gridCol w="6953250">
                  <a:extLst>
                    <a:ext uri="{9D8B030D-6E8A-4147-A177-3AD203B41FA5}">
                      <a16:colId xmlns:a16="http://schemas.microsoft.com/office/drawing/2014/main" val="20001"/>
                    </a:ext>
                  </a:extLst>
                </a:gridCol>
                <a:gridCol w="3238500">
                  <a:extLst>
                    <a:ext uri="{9D8B030D-6E8A-4147-A177-3AD203B41FA5}">
                      <a16:colId xmlns:a16="http://schemas.microsoft.com/office/drawing/2014/main" val="20002"/>
                    </a:ext>
                  </a:extLst>
                </a:gridCol>
              </a:tblGrid>
              <a:tr h="653143">
                <a:tc>
                  <a:txBody>
                    <a:bodyPr/>
                    <a:lstStyle/>
                    <a:p>
                      <a:r>
                        <a:rPr sz="2175" b="1">
                          <a:solidFill>
                            <a:srgbClr val="FFFFFF"/>
                          </a:solidFill>
                          <a:latin typeface="Times New Roman"/>
                          <a:ea typeface="Times New Roman"/>
                          <a:cs typeface="Times New Roman"/>
                        </a:rPr>
                        <a:t>ID</a:t>
                      </a:r>
                    </a:p>
                  </a:txBody>
                  <a:tcPr marL="114300" marR="95250" marT="95250" marB="95250" anchor="ctr">
                    <a:lnL w="9525">
                      <a:solidFill>
                        <a:srgbClr val="CAD2DF"/>
                      </a:solidFill>
                    </a:lnL>
                    <a:lnR w="9525">
                      <a:solidFill>
                        <a:srgbClr val="CAD2DF"/>
                      </a:solidFill>
                    </a:lnR>
                    <a:lnT w="9525">
                      <a:solidFill>
                        <a:srgbClr val="CAD2DF"/>
                      </a:solidFill>
                    </a:lnT>
                    <a:lnB w="9525">
                      <a:solidFill>
                        <a:srgbClr val="CAD2DF"/>
                      </a:solidFill>
                    </a:lnB>
                    <a:solidFill>
                      <a:srgbClr val="002060"/>
                    </a:solidFill>
                  </a:tcPr>
                </a:tc>
                <a:tc>
                  <a:txBody>
                    <a:bodyPr/>
                    <a:lstStyle/>
                    <a:p>
                      <a:r>
                        <a:rPr sz="2175" b="1">
                          <a:solidFill>
                            <a:srgbClr val="FFFFFF"/>
                          </a:solidFill>
                          <a:latin typeface="Times New Roman"/>
                          <a:ea typeface="Times New Roman"/>
                          <a:cs typeface="Times New Roman"/>
                        </a:rPr>
                        <a:t>Required behavior</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a:solidFill>
                        <a:srgbClr val="CAD2DF"/>
                      </a:solidFill>
                    </a:lnT>
                    <a:lnB w="9525">
                      <a:solidFill>
                        <a:srgbClr val="CAD2DF"/>
                      </a:solidFill>
                    </a:lnB>
                    <a:solidFill>
                      <a:srgbClr val="002060"/>
                    </a:solidFill>
                  </a:tcPr>
                </a:tc>
                <a:tc>
                  <a:txBody>
                    <a:bodyPr/>
                    <a:lstStyle/>
                    <a:p>
                      <a:r>
                        <a:rPr sz="2175" b="1">
                          <a:solidFill>
                            <a:srgbClr val="FFFFFF"/>
                          </a:solidFill>
                          <a:latin typeface="Times New Roman"/>
                          <a:ea typeface="Times New Roman"/>
                          <a:cs typeface="Times New Roman"/>
                        </a:rPr>
                        <a:t>Implementation</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a:solidFill>
                        <a:srgbClr val="CAD2DF"/>
                      </a:solidFill>
                    </a:lnT>
                    <a:lnB w="9525">
                      <a:solidFill>
                        <a:srgbClr val="CAD2DF"/>
                      </a:solidFill>
                    </a:lnB>
                    <a:solidFill>
                      <a:srgbClr val="002060"/>
                    </a:solidFill>
                  </a:tcPr>
                </a:tc>
                <a:extLst>
                  <a:ext uri="{0D108BD9-81ED-4DB2-BD59-A6C34878D82A}">
                    <a16:rowId xmlns:a16="http://schemas.microsoft.com/office/drawing/2014/main" val="10000"/>
                  </a:ext>
                </a:extLst>
              </a:tr>
              <a:tr h="653143">
                <a:tc>
                  <a:txBody>
                    <a:bodyPr/>
                    <a:lstStyle/>
                    <a:p>
                      <a:r>
                        <a:rPr sz="2175" b="0">
                          <a:solidFill>
                            <a:srgbClr val="111111"/>
                          </a:solidFill>
                          <a:latin typeface="Times New Roman"/>
                          <a:ea typeface="Times New Roman"/>
                          <a:cs typeface="Times New Roman"/>
                        </a:rPr>
                        <a:t>FR1</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Discover, connect and receive BLE vitals</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Code present</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extLst>
                  <a:ext uri="{0D108BD9-81ED-4DB2-BD59-A6C34878D82A}">
                    <a16:rowId xmlns:a16="http://schemas.microsoft.com/office/drawing/2014/main" val="10001"/>
                  </a:ext>
                </a:extLst>
              </a:tr>
              <a:tr h="653143">
                <a:tc>
                  <a:txBody>
                    <a:bodyPr/>
                    <a:lstStyle/>
                    <a:p>
                      <a:r>
                        <a:rPr sz="2175" b="0">
                          <a:solidFill>
                            <a:srgbClr val="111111"/>
                          </a:solidFill>
                          <a:latin typeface="Times New Roman"/>
                          <a:ea typeface="Times New Roman"/>
                          <a:cs typeface="Times New Roman"/>
                        </a:rPr>
                        <a:t>FR2</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Start/stop telemetry from the app</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Code present</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extLst>
                  <a:ext uri="{0D108BD9-81ED-4DB2-BD59-A6C34878D82A}">
                    <a16:rowId xmlns:a16="http://schemas.microsoft.com/office/drawing/2014/main" val="10002"/>
                  </a:ext>
                </a:extLst>
              </a:tr>
              <a:tr h="653143">
                <a:tc>
                  <a:txBody>
                    <a:bodyPr/>
                    <a:lstStyle/>
                    <a:p>
                      <a:r>
                        <a:rPr sz="2175" b="0">
                          <a:solidFill>
                            <a:srgbClr val="111111"/>
                          </a:solidFill>
                          <a:latin typeface="Times New Roman"/>
                          <a:ea typeface="Times New Roman"/>
                          <a:cs typeface="Times New Roman"/>
                        </a:rPr>
                        <a:t>FR3</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Acquire sensors and update local OLED</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Integration pending</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extLst>
                  <a:ext uri="{0D108BD9-81ED-4DB2-BD59-A6C34878D82A}">
                    <a16:rowId xmlns:a16="http://schemas.microsoft.com/office/drawing/2014/main" val="10003"/>
                  </a:ext>
                </a:extLst>
              </a:tr>
              <a:tr h="653143">
                <a:tc>
                  <a:txBody>
                    <a:bodyPr/>
                    <a:lstStyle/>
                    <a:p>
                      <a:r>
                        <a:rPr sz="2175" b="0">
                          <a:solidFill>
                            <a:srgbClr val="111111"/>
                          </a:solidFill>
                          <a:latin typeface="Times New Roman"/>
                          <a:ea typeface="Times New Roman"/>
                          <a:cs typeface="Times New Roman"/>
                        </a:rPr>
                        <a:t>FR4</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Queue and upload telemetry to cloud</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Planned</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extLst>
                  <a:ext uri="{0D108BD9-81ED-4DB2-BD59-A6C34878D82A}">
                    <a16:rowId xmlns:a16="http://schemas.microsoft.com/office/drawing/2014/main" val="10004"/>
                  </a:ext>
                </a:extLst>
              </a:tr>
              <a:tr h="653143">
                <a:tc>
                  <a:txBody>
                    <a:bodyPr/>
                    <a:lstStyle/>
                    <a:p>
                      <a:r>
                        <a:rPr sz="2175" b="0">
                          <a:solidFill>
                            <a:srgbClr val="111111"/>
                          </a:solidFill>
                          <a:latin typeface="Times New Roman"/>
                          <a:ea typeface="Times New Roman"/>
                          <a:cs typeface="Times New Roman"/>
                        </a:rPr>
                        <a:t>FR5</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Provide GPS location and ETA</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Planned</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extLst>
                  <a:ext uri="{0D108BD9-81ED-4DB2-BD59-A6C34878D82A}">
                    <a16:rowId xmlns:a16="http://schemas.microsoft.com/office/drawing/2014/main" val="10005"/>
                  </a:ext>
                </a:extLst>
              </a:tr>
              <a:tr h="653143">
                <a:tc>
                  <a:txBody>
                    <a:bodyPr/>
                    <a:lstStyle/>
                    <a:p>
                      <a:r>
                        <a:rPr sz="2175" b="0">
                          <a:solidFill>
                            <a:srgbClr val="111111"/>
                          </a:solidFill>
                          <a:latin typeface="Times New Roman"/>
                          <a:ea typeface="Times New Roman"/>
                          <a:cs typeface="Times New Roman"/>
                        </a:rPr>
                        <a:t>FR6</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Predict risk and show hospital updates</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Planned</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extLst>
                  <a:ext uri="{0D108BD9-81ED-4DB2-BD59-A6C34878D82A}">
                    <a16:rowId xmlns:a16="http://schemas.microsoft.com/office/drawing/2014/main" val="10006"/>
                  </a:ext>
                </a:extLst>
              </a:tr>
            </a:tbl>
          </a:graphicData>
        </a:graphic>
      </p:graphicFrame>
      <p:sp>
        <p:nvSpPr>
          <p:cNvPr id="6" name="7">
            <a:extLst>
              <a:ext uri="{FF2B5EF4-FFF2-40B4-BE49-F238E27FC236}">
                <a16:creationId xmlns:a16="http://schemas.microsoft.com/office/drawing/2014/main" id="{DC8E7CFA-4BC5-4084-B3E0-3471A4748F1C}"/>
              </a:ext>
            </a:extLst>
          </p:cNvPr>
          <p:cNvSpPr>
            <a:spLocks noGrp="1"/>
          </p:cNvSpPr>
          <p:nvPr/>
        </p:nvSpPr>
        <p:spPr>
          <a:xfrm>
            <a:off x="11430000" y="6496050"/>
            <a:ext cx="571500" cy="342900"/>
          </a:xfrm>
          <a:prstGeom prst="rect">
            <a:avLst/>
          </a:prstGeom>
          <a:noFill/>
          <a:ln w="0">
            <a:noFill/>
          </a:ln>
        </p:spPr>
        <p:txBody>
          <a:bodyPr lIns="76200" tIns="76200" rIns="76200" bIns="76200" anchor="ctr"/>
          <a:lstStyle>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a:pPr algn="r">
              <a:defRPr sz="1200" b="1">
                <a:solidFill>
                  <a:srgbClr val="FFFFFF"/>
                </a:solidFill>
                <a:latin typeface="Times New Roman"/>
                <a:ea typeface="Times New Roman"/>
                <a:cs typeface="Times New Roman"/>
              </a:defRPr>
            </a:pPr>
            <a:r>
              <a:rPr lang="en-IN" sz="1200" b="1">
                <a:solidFill>
                  <a:srgbClr val="FFFFFF"/>
                </a:solidFill>
                <a:latin typeface="Times New Roman"/>
                <a:ea typeface="Times New Roman"/>
                <a:cs typeface="Times New Roman"/>
              </a:rPr>
              <a:t>7</a:t>
            </a:r>
            <a:endParaRPr sz="1200" b="1">
              <a:solidFill>
                <a:srgbClr val="FFFFFF"/>
              </a:solidFill>
              <a:latin typeface="Times New Roman"/>
              <a:ea typeface="Times New Roman"/>
              <a:cs typeface="Times New Roman"/>
            </a:endParaRPr>
          </a:p>
        </p:txBody>
      </p:sp>
    </p:spTree>
    <p:extLst>
      <p:ext uri="{BB962C8B-B14F-4D97-AF65-F5344CB8AC3E}">
        <p14:creationId xmlns:p14="http://schemas.microsoft.com/office/powerpoint/2010/main" val="17335963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D393A-8365-3C41-2C17-6494BBBD7105}"/>
              </a:ext>
            </a:extLst>
          </p:cNvPr>
          <p:cNvSpPr>
            <a:spLocks noGrp="1"/>
          </p:cNvSpPr>
          <p:nvPr>
            <p:ph type="title"/>
          </p:nvPr>
        </p:nvSpPr>
        <p:spPr>
          <a:xfrm>
            <a:off x="0" y="0"/>
            <a:ext cx="12192000" cy="762000"/>
          </a:xfrm>
          <a:prstGeom prst="rect">
            <a:avLst/>
          </a:prstGeom>
          <a:solidFill>
            <a:srgbClr val="002060"/>
          </a:solidFill>
        </p:spPr>
        <p:txBody>
          <a:bodyPr>
            <a:normAutofit/>
          </a:bodyPr>
          <a:lstStyle>
            <a:defPPr algn="ctr">
              <a:defRPr sz="4050" b="1">
                <a:solidFill>
                  <a:srgbClr val="FFFFFF"/>
                </a:solidFill>
                <a:latin typeface="Times New Roman"/>
                <a:ea typeface="Times New Roman"/>
                <a:cs typeface="Times New Roman"/>
              </a:defRPr>
            </a:defPPr>
            <a:lvl1pPr algn="ctr">
              <a:defRPr sz="4050" b="1">
                <a:solidFill>
                  <a:srgbClr val="FFFFFF"/>
                </a:solidFill>
                <a:latin typeface="Times New Roman"/>
                <a:ea typeface="Times New Roman"/>
                <a:cs typeface="Times New Roman"/>
              </a:defRPr>
            </a:lvl1pPr>
            <a:lvl2pPr algn="ctr">
              <a:defRPr sz="4050" b="1">
                <a:solidFill>
                  <a:srgbClr val="FFFFFF"/>
                </a:solidFill>
                <a:latin typeface="Times New Roman"/>
                <a:ea typeface="Times New Roman"/>
                <a:cs typeface="Times New Roman"/>
              </a:defRPr>
            </a:lvl2pPr>
            <a:lvl3pPr algn="ctr">
              <a:defRPr sz="4050" b="1">
                <a:solidFill>
                  <a:srgbClr val="FFFFFF"/>
                </a:solidFill>
                <a:latin typeface="Times New Roman"/>
                <a:ea typeface="Times New Roman"/>
                <a:cs typeface="Times New Roman"/>
              </a:defRPr>
            </a:lvl3pPr>
            <a:lvl4pPr algn="ctr">
              <a:defRPr sz="4050" b="1">
                <a:solidFill>
                  <a:srgbClr val="FFFFFF"/>
                </a:solidFill>
                <a:latin typeface="Times New Roman"/>
                <a:ea typeface="Times New Roman"/>
                <a:cs typeface="Times New Roman"/>
              </a:defRPr>
            </a:lvl4pPr>
            <a:lvl5pPr algn="ctr">
              <a:defRPr sz="4050" b="1">
                <a:solidFill>
                  <a:srgbClr val="FFFFFF"/>
                </a:solidFill>
                <a:latin typeface="Times New Roman"/>
                <a:ea typeface="Times New Roman"/>
                <a:cs typeface="Times New Roman"/>
              </a:defRPr>
            </a:lvl5pPr>
            <a:lvl6pPr algn="ctr">
              <a:defRPr sz="4050" b="1">
                <a:solidFill>
                  <a:srgbClr val="FFFFFF"/>
                </a:solidFill>
                <a:latin typeface="Times New Roman"/>
                <a:ea typeface="Times New Roman"/>
                <a:cs typeface="Times New Roman"/>
              </a:defRPr>
            </a:lvl6pPr>
            <a:lvl7pPr algn="ctr">
              <a:defRPr sz="4050" b="1">
                <a:solidFill>
                  <a:srgbClr val="FFFFFF"/>
                </a:solidFill>
                <a:latin typeface="Times New Roman"/>
                <a:ea typeface="Times New Roman"/>
                <a:cs typeface="Times New Roman"/>
              </a:defRPr>
            </a:lvl7pPr>
            <a:lvl8pPr algn="ctr">
              <a:defRPr sz="4050" b="1">
                <a:solidFill>
                  <a:srgbClr val="FFFFFF"/>
                </a:solidFill>
                <a:latin typeface="Times New Roman"/>
                <a:ea typeface="Times New Roman"/>
                <a:cs typeface="Times New Roman"/>
              </a:defRPr>
            </a:lvl8pPr>
            <a:lvl9pPr algn="ctr">
              <a:defRPr sz="4050" b="1">
                <a:solidFill>
                  <a:srgbClr val="FFFFFF"/>
                </a:solidFill>
                <a:latin typeface="Times New Roman"/>
                <a:ea typeface="Times New Roman"/>
                <a:cs typeface="Times New Roman"/>
              </a:defRPr>
            </a:lvl9pPr>
          </a:lstStyle>
          <a:p>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Non-Functional Requirements</a:t>
            </a:r>
          </a:p>
        </p:txBody>
      </p:sp>
      <p:sp>
        <p:nvSpPr>
          <p:cNvPr id="4" name="Footer Placeholder 3">
            <a:extLst>
              <a:ext uri="{FF2B5EF4-FFF2-40B4-BE49-F238E27FC236}">
                <a16:creationId xmlns:a16="http://schemas.microsoft.com/office/drawing/2014/main" id="{3D9C6012-FCED-4937-A4AB-8CEEC135A13C}"/>
              </a:ext>
            </a:extLst>
          </p:cNvPr>
          <p:cNvSpPr>
            <a:spLocks noGrp="1"/>
          </p:cNvSpPr>
          <p:nvPr>
            <p:ph type="ftr" idx="11"/>
          </p:nvPr>
        </p:nvSpPr>
        <p:spPr>
          <a:xfrm>
            <a:off x="0" y="6492907"/>
            <a:ext cx="12192000" cy="365093"/>
          </a:xfrm>
          <a:prstGeom prst="rect">
            <a:avLst/>
          </a:prstGeom>
          <a:solidFill>
            <a:srgbClr val="002060"/>
          </a:solidFill>
        </p:spPr>
        <p:txBody>
          <a:bodyPr/>
          <a:lstStyle>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graphicFrame>
        <p:nvGraphicFramePr>
          <p:cNvPr id="5" name="Table 4">
            <a:extLst>
              <a:ext uri="{FF2B5EF4-FFF2-40B4-BE49-F238E27FC236}">
                <a16:creationId xmlns:a16="http://schemas.microsoft.com/office/drawing/2014/main" id="{A01DF5BD-049E-48F5-9B67-EA9CB0A63420}"/>
              </a:ext>
            </a:extLst>
          </p:cNvPr>
          <p:cNvGraphicFramePr/>
          <p:nvPr/>
        </p:nvGraphicFramePr>
        <p:xfrm>
          <a:off x="523875" y="1285875"/>
          <a:ext cx="11144250" cy="4532632"/>
        </p:xfrm>
        <a:graphic>
          <a:graphicData uri="http://schemas.openxmlformats.org/drawingml/2006/table">
            <a:tbl>
              <a:tblPr/>
              <a:tblGrid>
                <a:gridCol w="2238375">
                  <a:extLst>
                    <a:ext uri="{9D8B030D-6E8A-4147-A177-3AD203B41FA5}">
                      <a16:colId xmlns:a16="http://schemas.microsoft.com/office/drawing/2014/main" val="20000"/>
                    </a:ext>
                  </a:extLst>
                </a:gridCol>
                <a:gridCol w="5429250">
                  <a:extLst>
                    <a:ext uri="{9D8B030D-6E8A-4147-A177-3AD203B41FA5}">
                      <a16:colId xmlns:a16="http://schemas.microsoft.com/office/drawing/2014/main" val="20001"/>
                    </a:ext>
                  </a:extLst>
                </a:gridCol>
                <a:gridCol w="3476625">
                  <a:extLst>
                    <a:ext uri="{9D8B030D-6E8A-4147-A177-3AD203B41FA5}">
                      <a16:colId xmlns:a16="http://schemas.microsoft.com/office/drawing/2014/main" val="20002"/>
                    </a:ext>
                  </a:extLst>
                </a:gridCol>
              </a:tblGrid>
              <a:tr h="706438">
                <a:tc>
                  <a:txBody>
                    <a:bodyPr/>
                    <a:lstStyle/>
                    <a:p>
                      <a:r>
                        <a:rPr sz="2175" b="1">
                          <a:solidFill>
                            <a:srgbClr val="FFFFFF"/>
                          </a:solidFill>
                          <a:latin typeface="Times New Roman"/>
                          <a:ea typeface="Times New Roman"/>
                          <a:cs typeface="Times New Roman"/>
                        </a:rPr>
                        <a:t>Quality</a:t>
                      </a:r>
                    </a:p>
                  </a:txBody>
                  <a:tcPr marL="114300" marR="95250" marT="95250" marB="95250" anchor="ctr">
                    <a:lnL w="9525">
                      <a:solidFill>
                        <a:srgbClr val="CAD2DF"/>
                      </a:solidFill>
                    </a:lnL>
                    <a:lnR w="9525">
                      <a:solidFill>
                        <a:srgbClr val="CAD2DF"/>
                      </a:solidFill>
                    </a:lnR>
                    <a:lnT w="9525">
                      <a:solidFill>
                        <a:srgbClr val="CAD2DF"/>
                      </a:solidFill>
                    </a:lnT>
                    <a:lnB w="9525">
                      <a:solidFill>
                        <a:srgbClr val="CAD2DF"/>
                      </a:solidFill>
                    </a:lnB>
                    <a:solidFill>
                      <a:srgbClr val="002060"/>
                    </a:solidFill>
                  </a:tcPr>
                </a:tc>
                <a:tc>
                  <a:txBody>
                    <a:bodyPr/>
                    <a:lstStyle/>
                    <a:p>
                      <a:r>
                        <a:rPr sz="2175" b="1">
                          <a:solidFill>
                            <a:srgbClr val="FFFFFF"/>
                          </a:solidFill>
                          <a:latin typeface="Times New Roman"/>
                          <a:ea typeface="Times New Roman"/>
                          <a:cs typeface="Times New Roman"/>
                        </a:rPr>
                        <a:t>Acceptance check</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a:solidFill>
                        <a:srgbClr val="CAD2DF"/>
                      </a:solidFill>
                    </a:lnT>
                    <a:lnB w="9525">
                      <a:solidFill>
                        <a:srgbClr val="CAD2DF"/>
                      </a:solidFill>
                    </a:lnB>
                    <a:solidFill>
                      <a:srgbClr val="002060"/>
                    </a:solidFill>
                  </a:tcPr>
                </a:tc>
                <a:tc>
                  <a:txBody>
                    <a:bodyPr/>
                    <a:lstStyle/>
                    <a:p>
                      <a:r>
                        <a:rPr sz="2175" b="1">
                          <a:solidFill>
                            <a:srgbClr val="FFFFFF"/>
                          </a:solidFill>
                          <a:latin typeface="Times New Roman"/>
                          <a:ea typeface="Times New Roman"/>
                          <a:cs typeface="Times New Roman"/>
                        </a:rPr>
                        <a:t>Evidence needed</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a:solidFill>
                        <a:srgbClr val="CAD2DF"/>
                      </a:solidFill>
                    </a:lnT>
                    <a:lnB w="9525">
                      <a:solidFill>
                        <a:srgbClr val="CAD2DF"/>
                      </a:solidFill>
                    </a:lnB>
                    <a:solidFill>
                      <a:srgbClr val="002060"/>
                    </a:solidFill>
                  </a:tcPr>
                </a:tc>
                <a:extLst>
                  <a:ext uri="{0D108BD9-81ED-4DB2-BD59-A6C34878D82A}">
                    <a16:rowId xmlns:a16="http://schemas.microsoft.com/office/drawing/2014/main" val="10000"/>
                  </a:ext>
                </a:extLst>
              </a:tr>
              <a:tr h="706438">
                <a:tc>
                  <a:txBody>
                    <a:bodyPr/>
                    <a:lstStyle/>
                    <a:p>
                      <a:r>
                        <a:rPr sz="2175" b="0">
                          <a:solidFill>
                            <a:srgbClr val="111111"/>
                          </a:solidFill>
                          <a:latin typeface="Times New Roman"/>
                          <a:ea typeface="Times New Roman"/>
                          <a:cs typeface="Times New Roman"/>
                        </a:rPr>
                        <a:t>Security</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Encrypted BLE before stream control</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ESP32 encryption log</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extLst>
                  <a:ext uri="{0D108BD9-81ED-4DB2-BD59-A6C34878D82A}">
                    <a16:rowId xmlns:a16="http://schemas.microsoft.com/office/drawing/2014/main" val="10001"/>
                  </a:ext>
                </a:extLst>
              </a:tr>
              <a:tr h="706438">
                <a:tc>
                  <a:txBody>
                    <a:bodyPr/>
                    <a:lstStyle/>
                    <a:p>
                      <a:r>
                        <a:rPr sz="2175" b="0">
                          <a:solidFill>
                            <a:srgbClr val="111111"/>
                          </a:solidFill>
                          <a:latin typeface="Times New Roman"/>
                          <a:ea typeface="Times New Roman"/>
                          <a:cs typeface="Times New Roman"/>
                        </a:rPr>
                        <a:t>Responsiveness</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Regular updates without a frozen UI</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Timed recording and logs</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extLst>
                  <a:ext uri="{0D108BD9-81ED-4DB2-BD59-A6C34878D82A}">
                    <a16:rowId xmlns:a16="http://schemas.microsoft.com/office/drawing/2014/main" val="10002"/>
                  </a:ext>
                </a:extLst>
              </a:tr>
              <a:tr h="706438">
                <a:tc>
                  <a:txBody>
                    <a:bodyPr/>
                    <a:lstStyle/>
                    <a:p>
                      <a:r>
                        <a:rPr sz="2175" b="0">
                          <a:solidFill>
                            <a:srgbClr val="111111"/>
                          </a:solidFill>
                          <a:latin typeface="Times New Roman"/>
                          <a:ea typeface="Times New Roman"/>
                          <a:cs typeface="Times New Roman"/>
                        </a:rPr>
                        <a:t>Recovery</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Resume telemetry after reconnect</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Disconnect/reconnect recording</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extLst>
                  <a:ext uri="{0D108BD9-81ED-4DB2-BD59-A6C34878D82A}">
                    <a16:rowId xmlns:a16="http://schemas.microsoft.com/office/drawing/2014/main" val="10003"/>
                  </a:ext>
                </a:extLst>
              </a:tr>
              <a:tr h="706438">
                <a:tc>
                  <a:txBody>
                    <a:bodyPr/>
                    <a:lstStyle/>
                    <a:p>
                      <a:r>
                        <a:rPr sz="2175" b="0">
                          <a:solidFill>
                            <a:srgbClr val="111111"/>
                          </a:solidFill>
                          <a:latin typeface="Times New Roman"/>
                          <a:ea typeface="Times New Roman"/>
                          <a:cs typeface="Times New Roman"/>
                        </a:rPr>
                        <a:t>Data integrity</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App values match transmitted values</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Matched app and serial captures</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extLst>
                  <a:ext uri="{0D108BD9-81ED-4DB2-BD59-A6C34878D82A}">
                    <a16:rowId xmlns:a16="http://schemas.microsoft.com/office/drawing/2014/main" val="10004"/>
                  </a:ext>
                </a:extLst>
              </a:tr>
              <a:tr h="706438">
                <a:tc>
                  <a:txBody>
                    <a:bodyPr/>
                    <a:lstStyle/>
                    <a:p>
                      <a:r>
                        <a:rPr sz="2175" b="0">
                          <a:solidFill>
                            <a:srgbClr val="111111"/>
                          </a:solidFill>
                          <a:latin typeface="Times New Roman"/>
                          <a:ea typeface="Times New Roman"/>
                          <a:cs typeface="Times New Roman"/>
                        </a:rPr>
                        <a:t>Continuity</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Retain unsent readings during outage</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Future queue/retry test</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extLst>
                  <a:ext uri="{0D108BD9-81ED-4DB2-BD59-A6C34878D82A}">
                    <a16:rowId xmlns:a16="http://schemas.microsoft.com/office/drawing/2014/main" val="10005"/>
                  </a:ext>
                </a:extLst>
              </a:tr>
            </a:tbl>
          </a:graphicData>
        </a:graphic>
      </p:graphicFrame>
      <p:sp>
        <p:nvSpPr>
          <p:cNvPr id="6" name="Latency, endurance and reliability thresholds">
            <a:extLst>
              <a:ext uri="{FF2B5EF4-FFF2-40B4-BE49-F238E27FC236}">
                <a16:creationId xmlns:a16="http://schemas.microsoft.com/office/drawing/2014/main" id="{0AC70777-0095-4E86-9418-F31C399FE586}"/>
              </a:ext>
            </a:extLst>
          </p:cNvPr>
          <p:cNvSpPr>
            <a:spLocks noGrp="1"/>
          </p:cNvSpPr>
          <p:nvPr/>
        </p:nvSpPr>
        <p:spPr>
          <a:xfrm>
            <a:off x="523875" y="5857875"/>
            <a:ext cx="11144250" cy="419100"/>
          </a:xfrm>
          <a:prstGeom prst="rect">
            <a:avLst/>
          </a:prstGeom>
          <a:noFill/>
          <a:ln w="0">
            <a:noFill/>
          </a:ln>
        </p:spPr>
        <p:txBody>
          <a:bodyPr lIns="76200" tIns="76200" rIns="76200" bIns="76200" anchor="ctr"/>
          <a:lstStyle>
            <a:defPPr algn="l">
              <a:defRPr sz="1875" b="0">
                <a:solidFill>
                  <a:srgbClr val="0070C0"/>
                </a:solidFill>
                <a:latin typeface="Times New Roman"/>
                <a:ea typeface="Times New Roman"/>
                <a:cs typeface="Times New Roman"/>
              </a:defRPr>
            </a:defPPr>
            <a:lvl1pPr algn="l">
              <a:defRPr sz="1875" b="0">
                <a:solidFill>
                  <a:srgbClr val="0070C0"/>
                </a:solidFill>
                <a:latin typeface="Times New Roman"/>
                <a:ea typeface="Times New Roman"/>
                <a:cs typeface="Times New Roman"/>
              </a:defRPr>
            </a:lvl1pPr>
            <a:lvl2pPr algn="l">
              <a:defRPr sz="1875" b="0">
                <a:solidFill>
                  <a:srgbClr val="0070C0"/>
                </a:solidFill>
                <a:latin typeface="Times New Roman"/>
                <a:ea typeface="Times New Roman"/>
                <a:cs typeface="Times New Roman"/>
              </a:defRPr>
            </a:lvl2pPr>
            <a:lvl3pPr algn="l">
              <a:defRPr sz="1875" b="0">
                <a:solidFill>
                  <a:srgbClr val="0070C0"/>
                </a:solidFill>
                <a:latin typeface="Times New Roman"/>
                <a:ea typeface="Times New Roman"/>
                <a:cs typeface="Times New Roman"/>
              </a:defRPr>
            </a:lvl3pPr>
            <a:lvl4pPr algn="l">
              <a:defRPr sz="1875" b="0">
                <a:solidFill>
                  <a:srgbClr val="0070C0"/>
                </a:solidFill>
                <a:latin typeface="Times New Roman"/>
                <a:ea typeface="Times New Roman"/>
                <a:cs typeface="Times New Roman"/>
              </a:defRPr>
            </a:lvl4pPr>
            <a:lvl5pPr algn="l">
              <a:defRPr sz="1875" b="0">
                <a:solidFill>
                  <a:srgbClr val="0070C0"/>
                </a:solidFill>
                <a:latin typeface="Times New Roman"/>
                <a:ea typeface="Times New Roman"/>
                <a:cs typeface="Times New Roman"/>
              </a:defRPr>
            </a:lvl5pPr>
            <a:lvl6pPr algn="l">
              <a:defRPr sz="1875" b="0">
                <a:solidFill>
                  <a:srgbClr val="0070C0"/>
                </a:solidFill>
                <a:latin typeface="Times New Roman"/>
                <a:ea typeface="Times New Roman"/>
                <a:cs typeface="Times New Roman"/>
              </a:defRPr>
            </a:lvl6pPr>
            <a:lvl7pPr algn="l">
              <a:defRPr sz="1875" b="0">
                <a:solidFill>
                  <a:srgbClr val="0070C0"/>
                </a:solidFill>
                <a:latin typeface="Times New Roman"/>
                <a:ea typeface="Times New Roman"/>
                <a:cs typeface="Times New Roman"/>
              </a:defRPr>
            </a:lvl7pPr>
            <a:lvl8pPr algn="l">
              <a:defRPr sz="1875" b="0">
                <a:solidFill>
                  <a:srgbClr val="0070C0"/>
                </a:solidFill>
                <a:latin typeface="Times New Roman"/>
                <a:ea typeface="Times New Roman"/>
                <a:cs typeface="Times New Roman"/>
              </a:defRPr>
            </a:lvl8pPr>
            <a:lvl9pPr algn="l">
              <a:defRPr sz="1875" b="0">
                <a:solidFill>
                  <a:srgbClr val="0070C0"/>
                </a:solidFill>
                <a:latin typeface="Times New Roman"/>
                <a:ea typeface="Times New Roman"/>
                <a:cs typeface="Times New Roman"/>
              </a:defRPr>
            </a:lvl9pPr>
          </a:lstStyle>
          <a:p>
            <a:pPr algn="l">
              <a:defRPr sz="1875" b="0">
                <a:solidFill>
                  <a:srgbClr val="0070C0"/>
                </a:solidFill>
                <a:latin typeface="Times New Roman"/>
                <a:ea typeface="Times New Roman"/>
                <a:cs typeface="Times New Roman"/>
              </a:defRPr>
            </a:pPr>
            <a:r>
              <a:rPr sz="1875" b="0" dirty="0">
                <a:solidFill>
                  <a:schemeClr val="tx1"/>
                </a:solidFill>
                <a:latin typeface="Times New Roman"/>
                <a:ea typeface="Times New Roman"/>
                <a:cs typeface="Times New Roman"/>
              </a:rPr>
              <a:t>Latency, endurance and reliability thresholds remain proposed until measured and agreed.</a:t>
            </a:r>
          </a:p>
        </p:txBody>
      </p:sp>
      <p:sp>
        <p:nvSpPr>
          <p:cNvPr id="7" name="8">
            <a:extLst>
              <a:ext uri="{FF2B5EF4-FFF2-40B4-BE49-F238E27FC236}">
                <a16:creationId xmlns:a16="http://schemas.microsoft.com/office/drawing/2014/main" id="{EACF86FD-0354-4F71-8403-7D21C467650C}"/>
              </a:ext>
            </a:extLst>
          </p:cNvPr>
          <p:cNvSpPr>
            <a:spLocks noGrp="1"/>
          </p:cNvSpPr>
          <p:nvPr/>
        </p:nvSpPr>
        <p:spPr>
          <a:xfrm>
            <a:off x="11430000" y="6496050"/>
            <a:ext cx="571500" cy="342900"/>
          </a:xfrm>
          <a:prstGeom prst="rect">
            <a:avLst/>
          </a:prstGeom>
          <a:noFill/>
          <a:ln w="0">
            <a:noFill/>
          </a:ln>
        </p:spPr>
        <p:txBody>
          <a:bodyPr lIns="76200" tIns="76200" rIns="76200" bIns="76200" anchor="ctr"/>
          <a:lstStyle>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a:pPr algn="r">
              <a:defRPr sz="1200" b="1">
                <a:solidFill>
                  <a:srgbClr val="FFFFFF"/>
                </a:solidFill>
                <a:latin typeface="Times New Roman"/>
                <a:ea typeface="Times New Roman"/>
                <a:cs typeface="Times New Roman"/>
              </a:defRPr>
            </a:pPr>
            <a:r>
              <a:rPr lang="en-IN" sz="1200" b="1">
                <a:solidFill>
                  <a:srgbClr val="FFFFFF"/>
                </a:solidFill>
                <a:latin typeface="Times New Roman"/>
                <a:ea typeface="Times New Roman"/>
                <a:cs typeface="Times New Roman"/>
              </a:rPr>
              <a:t>8</a:t>
            </a:r>
            <a:endParaRPr sz="1200" b="1">
              <a:solidFill>
                <a:srgbClr val="FFFFFF"/>
              </a:solidFill>
              <a:latin typeface="Times New Roman"/>
              <a:ea typeface="Times New Roman"/>
              <a:cs typeface="Times New Roman"/>
            </a:endParaRPr>
          </a:p>
        </p:txBody>
      </p:sp>
    </p:spTree>
    <p:extLst>
      <p:ext uri="{BB962C8B-B14F-4D97-AF65-F5344CB8AC3E}">
        <p14:creationId xmlns:p14="http://schemas.microsoft.com/office/powerpoint/2010/main" val="17335963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D393A-8365-3C41-2C17-6494BBBD7105}"/>
              </a:ext>
            </a:extLst>
          </p:cNvPr>
          <p:cNvSpPr>
            <a:spLocks noGrp="1"/>
          </p:cNvSpPr>
          <p:nvPr>
            <p:ph type="title"/>
          </p:nvPr>
        </p:nvSpPr>
        <p:spPr>
          <a:xfrm>
            <a:off x="0" y="0"/>
            <a:ext cx="12192000" cy="762000"/>
          </a:xfrm>
          <a:prstGeom prst="rect">
            <a:avLst/>
          </a:prstGeom>
          <a:solidFill>
            <a:srgbClr val="002060"/>
          </a:solidFill>
        </p:spPr>
        <p:txBody>
          <a:bodyPr>
            <a:normAutofit/>
          </a:bodyPr>
          <a:lstStyle>
            <a:defPPr algn="ctr">
              <a:defRPr sz="4050" b="1">
                <a:solidFill>
                  <a:srgbClr val="FFFFFF"/>
                </a:solidFill>
                <a:latin typeface="Times New Roman"/>
                <a:ea typeface="Times New Roman"/>
                <a:cs typeface="Times New Roman"/>
              </a:defRPr>
            </a:defPPr>
            <a:lvl1pPr algn="ctr">
              <a:defRPr sz="4050" b="1">
                <a:solidFill>
                  <a:srgbClr val="FFFFFF"/>
                </a:solidFill>
                <a:latin typeface="Times New Roman"/>
                <a:ea typeface="Times New Roman"/>
                <a:cs typeface="Times New Roman"/>
              </a:defRPr>
            </a:lvl1pPr>
            <a:lvl2pPr algn="ctr">
              <a:defRPr sz="4050" b="1">
                <a:solidFill>
                  <a:srgbClr val="FFFFFF"/>
                </a:solidFill>
                <a:latin typeface="Times New Roman"/>
                <a:ea typeface="Times New Roman"/>
                <a:cs typeface="Times New Roman"/>
              </a:defRPr>
            </a:lvl2pPr>
            <a:lvl3pPr algn="ctr">
              <a:defRPr sz="4050" b="1">
                <a:solidFill>
                  <a:srgbClr val="FFFFFF"/>
                </a:solidFill>
                <a:latin typeface="Times New Roman"/>
                <a:ea typeface="Times New Roman"/>
                <a:cs typeface="Times New Roman"/>
              </a:defRPr>
            </a:lvl3pPr>
            <a:lvl4pPr algn="ctr">
              <a:defRPr sz="4050" b="1">
                <a:solidFill>
                  <a:srgbClr val="FFFFFF"/>
                </a:solidFill>
                <a:latin typeface="Times New Roman"/>
                <a:ea typeface="Times New Roman"/>
                <a:cs typeface="Times New Roman"/>
              </a:defRPr>
            </a:lvl4pPr>
            <a:lvl5pPr algn="ctr">
              <a:defRPr sz="4050" b="1">
                <a:solidFill>
                  <a:srgbClr val="FFFFFF"/>
                </a:solidFill>
                <a:latin typeface="Times New Roman"/>
                <a:ea typeface="Times New Roman"/>
                <a:cs typeface="Times New Roman"/>
              </a:defRPr>
            </a:lvl5pPr>
            <a:lvl6pPr algn="ctr">
              <a:defRPr sz="4050" b="1">
                <a:solidFill>
                  <a:srgbClr val="FFFFFF"/>
                </a:solidFill>
                <a:latin typeface="Times New Roman"/>
                <a:ea typeface="Times New Roman"/>
                <a:cs typeface="Times New Roman"/>
              </a:defRPr>
            </a:lvl6pPr>
            <a:lvl7pPr algn="ctr">
              <a:defRPr sz="4050" b="1">
                <a:solidFill>
                  <a:srgbClr val="FFFFFF"/>
                </a:solidFill>
                <a:latin typeface="Times New Roman"/>
                <a:ea typeface="Times New Roman"/>
                <a:cs typeface="Times New Roman"/>
              </a:defRPr>
            </a:lvl7pPr>
            <a:lvl8pPr algn="ctr">
              <a:defRPr sz="4050" b="1">
                <a:solidFill>
                  <a:srgbClr val="FFFFFF"/>
                </a:solidFill>
                <a:latin typeface="Times New Roman"/>
                <a:ea typeface="Times New Roman"/>
                <a:cs typeface="Times New Roman"/>
              </a:defRPr>
            </a:lvl8pPr>
            <a:lvl9pPr algn="ctr">
              <a:defRPr sz="4050" b="1">
                <a:solidFill>
                  <a:srgbClr val="FFFFFF"/>
                </a:solidFill>
                <a:latin typeface="Times New Roman"/>
                <a:ea typeface="Times New Roman"/>
                <a:cs typeface="Times New Roman"/>
              </a:defRPr>
            </a:lvl9pPr>
          </a:lstStyle>
          <a:p>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Wi-Fi vs BLE: Design Rationale</a:t>
            </a:r>
          </a:p>
        </p:txBody>
      </p:sp>
      <p:sp>
        <p:nvSpPr>
          <p:cNvPr id="4" name="Footer Placeholder 3">
            <a:extLst>
              <a:ext uri="{FF2B5EF4-FFF2-40B4-BE49-F238E27FC236}">
                <a16:creationId xmlns:a16="http://schemas.microsoft.com/office/drawing/2014/main" id="{3D9C6012-FCED-4937-A4AB-8CEEC135A13C}"/>
              </a:ext>
            </a:extLst>
          </p:cNvPr>
          <p:cNvSpPr>
            <a:spLocks noGrp="1"/>
          </p:cNvSpPr>
          <p:nvPr>
            <p:ph type="ftr" idx="11"/>
          </p:nvPr>
        </p:nvSpPr>
        <p:spPr>
          <a:xfrm>
            <a:off x="0" y="6492907"/>
            <a:ext cx="12192000" cy="365093"/>
          </a:xfrm>
          <a:prstGeom prst="rect">
            <a:avLst/>
          </a:prstGeom>
          <a:solidFill>
            <a:srgbClr val="002060"/>
          </a:solidFill>
        </p:spPr>
        <p:txBody>
          <a:bodyPr/>
          <a:lstStyle>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graphicFrame>
        <p:nvGraphicFramePr>
          <p:cNvPr id="5" name="Table 4">
            <a:extLst>
              <a:ext uri="{FF2B5EF4-FFF2-40B4-BE49-F238E27FC236}">
                <a16:creationId xmlns:a16="http://schemas.microsoft.com/office/drawing/2014/main" id="{322400A1-A7ED-4E0A-9976-1F301F477979}"/>
              </a:ext>
            </a:extLst>
          </p:cNvPr>
          <p:cNvGraphicFramePr/>
          <p:nvPr>
            <p:extLst>
              <p:ext uri="{D42A27DB-BD31-4B8C-83A1-F6EECF244321}">
                <p14:modId xmlns:p14="http://schemas.microsoft.com/office/powerpoint/2010/main" val="753592872"/>
              </p:ext>
            </p:extLst>
          </p:nvPr>
        </p:nvGraphicFramePr>
        <p:xfrm>
          <a:off x="523875" y="1190625"/>
          <a:ext cx="11144250" cy="4402455"/>
        </p:xfrm>
        <a:graphic>
          <a:graphicData uri="http://schemas.openxmlformats.org/drawingml/2006/table">
            <a:tbl>
              <a:tblPr/>
              <a:tblGrid>
                <a:gridCol w="2428875">
                  <a:extLst>
                    <a:ext uri="{9D8B030D-6E8A-4147-A177-3AD203B41FA5}">
                      <a16:colId xmlns:a16="http://schemas.microsoft.com/office/drawing/2014/main" val="20000"/>
                    </a:ext>
                  </a:extLst>
                </a:gridCol>
                <a:gridCol w="4286250">
                  <a:extLst>
                    <a:ext uri="{9D8B030D-6E8A-4147-A177-3AD203B41FA5}">
                      <a16:colId xmlns:a16="http://schemas.microsoft.com/office/drawing/2014/main" val="20001"/>
                    </a:ext>
                  </a:extLst>
                </a:gridCol>
                <a:gridCol w="4429125">
                  <a:extLst>
                    <a:ext uri="{9D8B030D-6E8A-4147-A177-3AD203B41FA5}">
                      <a16:colId xmlns:a16="http://schemas.microsoft.com/office/drawing/2014/main" val="20002"/>
                    </a:ext>
                  </a:extLst>
                </a:gridCol>
              </a:tblGrid>
              <a:tr h="714375">
                <a:tc>
                  <a:txBody>
                    <a:bodyPr/>
                    <a:lstStyle/>
                    <a:p>
                      <a:r>
                        <a:rPr sz="2100" b="1">
                          <a:solidFill>
                            <a:srgbClr val="FFFFFF"/>
                          </a:solidFill>
                          <a:latin typeface="Times New Roman"/>
                          <a:ea typeface="Times New Roman"/>
                          <a:cs typeface="Times New Roman"/>
                        </a:rPr>
                        <a:t>Criterion</a:t>
                      </a:r>
                    </a:p>
                  </a:txBody>
                  <a:tcPr marL="114300" marR="95250" marT="95250" marB="95250" anchor="ctr">
                    <a:lnL w="9525">
                      <a:solidFill>
                        <a:srgbClr val="CAD2DF"/>
                      </a:solidFill>
                    </a:lnL>
                    <a:lnR w="9525">
                      <a:solidFill>
                        <a:srgbClr val="CAD2DF"/>
                      </a:solidFill>
                    </a:lnR>
                    <a:lnT w="9525">
                      <a:solidFill>
                        <a:srgbClr val="CAD2DF"/>
                      </a:solidFill>
                    </a:lnT>
                    <a:lnB w="9525">
                      <a:solidFill>
                        <a:srgbClr val="CAD2DF"/>
                      </a:solidFill>
                    </a:lnB>
                    <a:solidFill>
                      <a:srgbClr val="002060"/>
                    </a:solidFill>
                  </a:tcPr>
                </a:tc>
                <a:tc>
                  <a:txBody>
                    <a:bodyPr/>
                    <a:lstStyle/>
                    <a:p>
                      <a:r>
                        <a:rPr sz="2100" b="1">
                          <a:solidFill>
                            <a:srgbClr val="FFFFFF"/>
                          </a:solidFill>
                          <a:latin typeface="Times New Roman"/>
                          <a:ea typeface="Times New Roman"/>
                          <a:cs typeface="Times New Roman"/>
                        </a:rPr>
                        <a:t>Earlier Wi-Fi approach</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a:solidFill>
                        <a:srgbClr val="CAD2DF"/>
                      </a:solidFill>
                    </a:lnT>
                    <a:lnB w="9525">
                      <a:solidFill>
                        <a:srgbClr val="CAD2DF"/>
                      </a:solidFill>
                    </a:lnB>
                    <a:solidFill>
                      <a:srgbClr val="002060"/>
                    </a:solidFill>
                  </a:tcPr>
                </a:tc>
                <a:tc>
                  <a:txBody>
                    <a:bodyPr/>
                    <a:lstStyle/>
                    <a:p>
                      <a:r>
                        <a:rPr sz="2100" b="1">
                          <a:solidFill>
                            <a:srgbClr val="FFFFFF"/>
                          </a:solidFill>
                          <a:latin typeface="Times New Roman"/>
                          <a:ea typeface="Times New Roman"/>
                          <a:cs typeface="Times New Roman"/>
                        </a:rPr>
                        <a:t>Selected BLE approach</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a:solidFill>
                        <a:srgbClr val="CAD2DF"/>
                      </a:solidFill>
                    </a:lnT>
                    <a:lnB w="9525">
                      <a:solidFill>
                        <a:srgbClr val="CAD2DF"/>
                      </a:solidFill>
                    </a:lnB>
                    <a:solidFill>
                      <a:srgbClr val="002060"/>
                    </a:solidFill>
                  </a:tcPr>
                </a:tc>
                <a:extLst>
                  <a:ext uri="{0D108BD9-81ED-4DB2-BD59-A6C34878D82A}">
                    <a16:rowId xmlns:a16="http://schemas.microsoft.com/office/drawing/2014/main" val="10000"/>
                  </a:ext>
                </a:extLst>
              </a:tr>
              <a:tr h="714375">
                <a:tc>
                  <a:txBody>
                    <a:bodyPr/>
                    <a:lstStyle/>
                    <a:p>
                      <a:r>
                        <a:rPr sz="2100" b="0">
                          <a:solidFill>
                            <a:srgbClr val="111111"/>
                          </a:solidFill>
                          <a:latin typeface="Times New Roman"/>
                          <a:ea typeface="Times New Roman"/>
                          <a:cs typeface="Times New Roman"/>
                        </a:rPr>
                        <a:t>Local connection</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ESP32 joins access point or hotspot</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ESP32 connects directly to phone</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extLst>
                  <a:ext uri="{0D108BD9-81ED-4DB2-BD59-A6C34878D82A}">
                    <a16:rowId xmlns:a16="http://schemas.microsoft.com/office/drawing/2014/main" val="10001"/>
                  </a:ext>
                </a:extLst>
              </a:tr>
              <a:tr h="714375">
                <a:tc>
                  <a:txBody>
                    <a:bodyPr/>
                    <a:lstStyle/>
                    <a:p>
                      <a:r>
                        <a:rPr sz="2100" b="0">
                          <a:solidFill>
                            <a:srgbClr val="111111"/>
                          </a:solidFill>
                          <a:latin typeface="Times New Roman"/>
                          <a:ea typeface="Times New Roman"/>
                          <a:cs typeface="Times New Roman"/>
                        </a:rPr>
                        <a:t>Internet gateway</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ESP32 manages network uplink</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00" b="0" dirty="0">
                          <a:solidFill>
                            <a:srgbClr val="111111"/>
                          </a:solidFill>
                          <a:latin typeface="Times New Roman"/>
                          <a:ea typeface="Times New Roman"/>
                          <a:cs typeface="Times New Roman"/>
                        </a:rPr>
                        <a:t>Phone handles cloud uplink </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extLst>
                  <a:ext uri="{0D108BD9-81ED-4DB2-BD59-A6C34878D82A}">
                    <a16:rowId xmlns:a16="http://schemas.microsoft.com/office/drawing/2014/main" val="10002"/>
                  </a:ext>
                </a:extLst>
              </a:tr>
              <a:tr h="714375">
                <a:tc>
                  <a:txBody>
                    <a:bodyPr/>
                    <a:lstStyle/>
                    <a:p>
                      <a:r>
                        <a:rPr sz="2100" b="0" dirty="0">
                          <a:solidFill>
                            <a:srgbClr val="111111"/>
                          </a:solidFill>
                          <a:latin typeface="Times New Roman"/>
                          <a:ea typeface="Times New Roman"/>
                          <a:cs typeface="Times New Roman"/>
                        </a:rPr>
                        <a:t>Data workload</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Supports higher data throughput</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Fits small, periodic vital readings</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extLst>
                  <a:ext uri="{0D108BD9-81ED-4DB2-BD59-A6C34878D82A}">
                    <a16:rowId xmlns:a16="http://schemas.microsoft.com/office/drawing/2014/main" val="10003"/>
                  </a:ext>
                </a:extLst>
              </a:tr>
              <a:tr h="714375">
                <a:tc>
                  <a:txBody>
                    <a:bodyPr/>
                    <a:lstStyle/>
                    <a:p>
                      <a:r>
                        <a:rPr sz="2100" b="0">
                          <a:solidFill>
                            <a:srgbClr val="111111"/>
                          </a:solidFill>
                          <a:latin typeface="Times New Roman"/>
                          <a:ea typeface="Times New Roman"/>
                          <a:cs typeface="Times New Roman"/>
                        </a:rPr>
                        <a:t>Device setup</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Configure SSID and password</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Discover device and pair</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extLst>
                  <a:ext uri="{0D108BD9-81ED-4DB2-BD59-A6C34878D82A}">
                    <a16:rowId xmlns:a16="http://schemas.microsoft.com/office/drawing/2014/main" val="10004"/>
                  </a:ext>
                </a:extLst>
              </a:tr>
              <a:tr h="714375">
                <a:tc>
                  <a:txBody>
                    <a:bodyPr/>
                    <a:lstStyle/>
                    <a:p>
                      <a:r>
                        <a:rPr sz="2100" b="0">
                          <a:solidFill>
                            <a:srgbClr val="111111"/>
                          </a:solidFill>
                          <a:latin typeface="Times New Roman"/>
                          <a:ea typeface="Times New Roman"/>
                          <a:cs typeface="Times New Roman"/>
                        </a:rPr>
                        <a:t>Power rationale</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Measure under the same workload</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00" b="0" dirty="0">
                          <a:solidFill>
                            <a:srgbClr val="111111"/>
                          </a:solidFill>
                          <a:latin typeface="Times New Roman"/>
                          <a:ea typeface="Times New Roman"/>
                          <a:cs typeface="Times New Roman"/>
                        </a:rPr>
                        <a:t>Low-power design; savings unmeasured</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extLst>
                  <a:ext uri="{0D108BD9-81ED-4DB2-BD59-A6C34878D82A}">
                    <a16:rowId xmlns:a16="http://schemas.microsoft.com/office/drawing/2014/main" val="10005"/>
                  </a:ext>
                </a:extLst>
              </a:tr>
            </a:tbl>
          </a:graphicData>
        </a:graphic>
      </p:graphicFrame>
      <p:sp>
        <p:nvSpPr>
          <p:cNvPr id="6" name="BLE fits the phone gateway design. Phone prox">
            <a:extLst>
              <a:ext uri="{FF2B5EF4-FFF2-40B4-BE49-F238E27FC236}">
                <a16:creationId xmlns:a16="http://schemas.microsoft.com/office/drawing/2014/main" id="{F572C4D4-3512-4B90-A78F-4587339B68D7}"/>
              </a:ext>
            </a:extLst>
          </p:cNvPr>
          <p:cNvSpPr>
            <a:spLocks noGrp="1"/>
          </p:cNvSpPr>
          <p:nvPr/>
        </p:nvSpPr>
        <p:spPr>
          <a:xfrm>
            <a:off x="523875" y="5857875"/>
            <a:ext cx="11144250" cy="419100"/>
          </a:xfrm>
          <a:prstGeom prst="rect">
            <a:avLst/>
          </a:prstGeom>
          <a:noFill/>
          <a:ln w="0">
            <a:noFill/>
          </a:ln>
        </p:spPr>
        <p:txBody>
          <a:bodyPr lIns="76200" tIns="76200" rIns="76200" bIns="76200" anchor="ctr"/>
          <a:lstStyle>
            <a:defPPr algn="l">
              <a:defRPr sz="1875" b="0">
                <a:solidFill>
                  <a:srgbClr val="0070C0"/>
                </a:solidFill>
                <a:latin typeface="Times New Roman"/>
                <a:ea typeface="Times New Roman"/>
                <a:cs typeface="Times New Roman"/>
              </a:defRPr>
            </a:defPPr>
            <a:lvl1pPr algn="l">
              <a:defRPr sz="1875" b="0">
                <a:solidFill>
                  <a:srgbClr val="0070C0"/>
                </a:solidFill>
                <a:latin typeface="Times New Roman"/>
                <a:ea typeface="Times New Roman"/>
                <a:cs typeface="Times New Roman"/>
              </a:defRPr>
            </a:lvl1pPr>
            <a:lvl2pPr algn="l">
              <a:defRPr sz="1875" b="0">
                <a:solidFill>
                  <a:srgbClr val="0070C0"/>
                </a:solidFill>
                <a:latin typeface="Times New Roman"/>
                <a:ea typeface="Times New Roman"/>
                <a:cs typeface="Times New Roman"/>
              </a:defRPr>
            </a:lvl2pPr>
            <a:lvl3pPr algn="l">
              <a:defRPr sz="1875" b="0">
                <a:solidFill>
                  <a:srgbClr val="0070C0"/>
                </a:solidFill>
                <a:latin typeface="Times New Roman"/>
                <a:ea typeface="Times New Roman"/>
                <a:cs typeface="Times New Roman"/>
              </a:defRPr>
            </a:lvl3pPr>
            <a:lvl4pPr algn="l">
              <a:defRPr sz="1875" b="0">
                <a:solidFill>
                  <a:srgbClr val="0070C0"/>
                </a:solidFill>
                <a:latin typeface="Times New Roman"/>
                <a:ea typeface="Times New Roman"/>
                <a:cs typeface="Times New Roman"/>
              </a:defRPr>
            </a:lvl4pPr>
            <a:lvl5pPr algn="l">
              <a:defRPr sz="1875" b="0">
                <a:solidFill>
                  <a:srgbClr val="0070C0"/>
                </a:solidFill>
                <a:latin typeface="Times New Roman"/>
                <a:ea typeface="Times New Roman"/>
                <a:cs typeface="Times New Roman"/>
              </a:defRPr>
            </a:lvl5pPr>
            <a:lvl6pPr algn="l">
              <a:defRPr sz="1875" b="0">
                <a:solidFill>
                  <a:srgbClr val="0070C0"/>
                </a:solidFill>
                <a:latin typeface="Times New Roman"/>
                <a:ea typeface="Times New Roman"/>
                <a:cs typeface="Times New Roman"/>
              </a:defRPr>
            </a:lvl6pPr>
            <a:lvl7pPr algn="l">
              <a:defRPr sz="1875" b="0">
                <a:solidFill>
                  <a:srgbClr val="0070C0"/>
                </a:solidFill>
                <a:latin typeface="Times New Roman"/>
                <a:ea typeface="Times New Roman"/>
                <a:cs typeface="Times New Roman"/>
              </a:defRPr>
            </a:lvl7pPr>
            <a:lvl8pPr algn="l">
              <a:defRPr sz="1875" b="0">
                <a:solidFill>
                  <a:srgbClr val="0070C0"/>
                </a:solidFill>
                <a:latin typeface="Times New Roman"/>
                <a:ea typeface="Times New Roman"/>
                <a:cs typeface="Times New Roman"/>
              </a:defRPr>
            </a:lvl8pPr>
            <a:lvl9pPr algn="l">
              <a:defRPr sz="1875" b="0">
                <a:solidFill>
                  <a:srgbClr val="0070C0"/>
                </a:solidFill>
                <a:latin typeface="Times New Roman"/>
                <a:ea typeface="Times New Roman"/>
                <a:cs typeface="Times New Roman"/>
              </a:defRPr>
            </a:lvl9pPr>
          </a:lstStyle>
          <a:p>
            <a:pPr algn="l">
              <a:defRPr sz="1875" b="0">
                <a:solidFill>
                  <a:srgbClr val="0070C0"/>
                </a:solidFill>
                <a:latin typeface="Times New Roman"/>
                <a:ea typeface="Times New Roman"/>
                <a:cs typeface="Times New Roman"/>
              </a:defRPr>
            </a:pPr>
            <a:r>
              <a:rPr sz="1875" b="0" dirty="0">
                <a:solidFill>
                  <a:schemeClr val="tx1"/>
                </a:solidFill>
                <a:latin typeface="Times New Roman"/>
                <a:ea typeface="Times New Roman"/>
                <a:cs typeface="Times New Roman"/>
              </a:rPr>
              <a:t>BLE fits the phone gateway design. Phone proximity remains a requirement.</a:t>
            </a:r>
          </a:p>
        </p:txBody>
      </p:sp>
      <p:sp>
        <p:nvSpPr>
          <p:cNvPr id="7" name="9">
            <a:extLst>
              <a:ext uri="{FF2B5EF4-FFF2-40B4-BE49-F238E27FC236}">
                <a16:creationId xmlns:a16="http://schemas.microsoft.com/office/drawing/2014/main" id="{042C8049-62C7-450C-9BDB-B813F9E82271}"/>
              </a:ext>
            </a:extLst>
          </p:cNvPr>
          <p:cNvSpPr>
            <a:spLocks noGrp="1"/>
          </p:cNvSpPr>
          <p:nvPr/>
        </p:nvSpPr>
        <p:spPr>
          <a:xfrm>
            <a:off x="11430000" y="6496050"/>
            <a:ext cx="571500" cy="342900"/>
          </a:xfrm>
          <a:prstGeom prst="rect">
            <a:avLst/>
          </a:prstGeom>
          <a:noFill/>
          <a:ln w="0">
            <a:noFill/>
          </a:ln>
        </p:spPr>
        <p:txBody>
          <a:bodyPr lIns="76200" tIns="76200" rIns="76200" bIns="76200" anchor="ctr"/>
          <a:lstStyle>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a:pPr algn="r">
              <a:defRPr sz="1200" b="1">
                <a:solidFill>
                  <a:srgbClr val="FFFFFF"/>
                </a:solidFill>
                <a:latin typeface="Times New Roman"/>
                <a:ea typeface="Times New Roman"/>
                <a:cs typeface="Times New Roman"/>
              </a:defRPr>
            </a:pPr>
            <a:r>
              <a:rPr lang="en-IN" sz="1200" b="1">
                <a:solidFill>
                  <a:srgbClr val="FFFFFF"/>
                </a:solidFill>
                <a:latin typeface="Times New Roman"/>
                <a:ea typeface="Times New Roman"/>
                <a:cs typeface="Times New Roman"/>
              </a:rPr>
              <a:t>9</a:t>
            </a:r>
            <a:endParaRPr sz="1200" b="1">
              <a:solidFill>
                <a:srgbClr val="FFFFFF"/>
              </a:solidFill>
              <a:latin typeface="Times New Roman"/>
              <a:ea typeface="Times New Roman"/>
              <a:cs typeface="Times New Roman"/>
            </a:endParaRPr>
          </a:p>
        </p:txBody>
      </p:sp>
    </p:spTree>
    <p:extLst>
      <p:ext uri="{BB962C8B-B14F-4D97-AF65-F5344CB8AC3E}">
        <p14:creationId xmlns:p14="http://schemas.microsoft.com/office/powerpoint/2010/main" val="17335963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D393A-8365-3C41-2C17-6494BBBD7105}"/>
              </a:ext>
            </a:extLst>
          </p:cNvPr>
          <p:cNvSpPr>
            <a:spLocks noGrp="1"/>
          </p:cNvSpPr>
          <p:nvPr>
            <p:ph type="title"/>
          </p:nvPr>
        </p:nvSpPr>
        <p:spPr>
          <a:xfrm>
            <a:off x="0" y="0"/>
            <a:ext cx="12192000" cy="762000"/>
          </a:xfrm>
          <a:prstGeom prst="rect">
            <a:avLst/>
          </a:prstGeom>
          <a:solidFill>
            <a:srgbClr val="002060"/>
          </a:solidFill>
        </p:spPr>
        <p:txBody>
          <a:bodyPr>
            <a:normAutofit/>
          </a:bodyPr>
          <a:lstStyle>
            <a:defPPr algn="ctr">
              <a:defRPr sz="4050" b="1">
                <a:solidFill>
                  <a:srgbClr val="FFFFFF"/>
                </a:solidFill>
                <a:latin typeface="Times New Roman"/>
                <a:ea typeface="Times New Roman"/>
                <a:cs typeface="Times New Roman"/>
              </a:defRPr>
            </a:defPPr>
            <a:lvl1pPr algn="ctr">
              <a:defRPr sz="4050" b="1">
                <a:solidFill>
                  <a:srgbClr val="FFFFFF"/>
                </a:solidFill>
                <a:latin typeface="Times New Roman"/>
                <a:ea typeface="Times New Roman"/>
                <a:cs typeface="Times New Roman"/>
              </a:defRPr>
            </a:lvl1pPr>
            <a:lvl2pPr algn="ctr">
              <a:defRPr sz="4050" b="1">
                <a:solidFill>
                  <a:srgbClr val="FFFFFF"/>
                </a:solidFill>
                <a:latin typeface="Times New Roman"/>
                <a:ea typeface="Times New Roman"/>
                <a:cs typeface="Times New Roman"/>
              </a:defRPr>
            </a:lvl2pPr>
            <a:lvl3pPr algn="ctr">
              <a:defRPr sz="4050" b="1">
                <a:solidFill>
                  <a:srgbClr val="FFFFFF"/>
                </a:solidFill>
                <a:latin typeface="Times New Roman"/>
                <a:ea typeface="Times New Roman"/>
                <a:cs typeface="Times New Roman"/>
              </a:defRPr>
            </a:lvl3pPr>
            <a:lvl4pPr algn="ctr">
              <a:defRPr sz="4050" b="1">
                <a:solidFill>
                  <a:srgbClr val="FFFFFF"/>
                </a:solidFill>
                <a:latin typeface="Times New Roman"/>
                <a:ea typeface="Times New Roman"/>
                <a:cs typeface="Times New Roman"/>
              </a:defRPr>
            </a:lvl4pPr>
            <a:lvl5pPr algn="ctr">
              <a:defRPr sz="4050" b="1">
                <a:solidFill>
                  <a:srgbClr val="FFFFFF"/>
                </a:solidFill>
                <a:latin typeface="Times New Roman"/>
                <a:ea typeface="Times New Roman"/>
                <a:cs typeface="Times New Roman"/>
              </a:defRPr>
            </a:lvl5pPr>
            <a:lvl6pPr algn="ctr">
              <a:defRPr sz="4050" b="1">
                <a:solidFill>
                  <a:srgbClr val="FFFFFF"/>
                </a:solidFill>
                <a:latin typeface="Times New Roman"/>
                <a:ea typeface="Times New Roman"/>
                <a:cs typeface="Times New Roman"/>
              </a:defRPr>
            </a:lvl6pPr>
            <a:lvl7pPr algn="ctr">
              <a:defRPr sz="4050" b="1">
                <a:solidFill>
                  <a:srgbClr val="FFFFFF"/>
                </a:solidFill>
                <a:latin typeface="Times New Roman"/>
                <a:ea typeface="Times New Roman"/>
                <a:cs typeface="Times New Roman"/>
              </a:defRPr>
            </a:lvl7pPr>
            <a:lvl8pPr algn="ctr">
              <a:defRPr sz="4050" b="1">
                <a:solidFill>
                  <a:srgbClr val="FFFFFF"/>
                </a:solidFill>
                <a:latin typeface="Times New Roman"/>
                <a:ea typeface="Times New Roman"/>
                <a:cs typeface="Times New Roman"/>
              </a:defRPr>
            </a:lvl8pPr>
            <a:lvl9pPr algn="ctr">
              <a:defRPr sz="4050" b="1">
                <a:solidFill>
                  <a:srgbClr val="FFFFFF"/>
                </a:solidFill>
                <a:latin typeface="Times New Roman"/>
                <a:ea typeface="Times New Roman"/>
                <a:cs typeface="Times New Roman"/>
              </a:defRPr>
            </a:lvl9pPr>
          </a:lstStyle>
          <a:p>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BLE Test Cases</a:t>
            </a:r>
          </a:p>
        </p:txBody>
      </p:sp>
      <p:sp>
        <p:nvSpPr>
          <p:cNvPr id="4" name="Footer Placeholder 3">
            <a:extLst>
              <a:ext uri="{FF2B5EF4-FFF2-40B4-BE49-F238E27FC236}">
                <a16:creationId xmlns:a16="http://schemas.microsoft.com/office/drawing/2014/main" id="{3D9C6012-FCED-4937-A4AB-8CEEC135A13C}"/>
              </a:ext>
            </a:extLst>
          </p:cNvPr>
          <p:cNvSpPr>
            <a:spLocks noGrp="1"/>
          </p:cNvSpPr>
          <p:nvPr>
            <p:ph type="ftr" idx="11"/>
          </p:nvPr>
        </p:nvSpPr>
        <p:spPr>
          <a:xfrm>
            <a:off x="0" y="6492907"/>
            <a:ext cx="12192000" cy="365093"/>
          </a:xfrm>
          <a:prstGeom prst="rect">
            <a:avLst/>
          </a:prstGeom>
          <a:solidFill>
            <a:srgbClr val="002060"/>
          </a:solidFill>
        </p:spPr>
        <p:txBody>
          <a:bodyPr/>
          <a:lstStyle>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graphicFrame>
        <p:nvGraphicFramePr>
          <p:cNvPr id="5" name="Table 4">
            <a:extLst>
              <a:ext uri="{FF2B5EF4-FFF2-40B4-BE49-F238E27FC236}">
                <a16:creationId xmlns:a16="http://schemas.microsoft.com/office/drawing/2014/main" id="{BA6B1BED-F14E-4A0D-B272-1890C1397E0B}"/>
              </a:ext>
            </a:extLst>
          </p:cNvPr>
          <p:cNvGraphicFramePr/>
          <p:nvPr/>
        </p:nvGraphicFramePr>
        <p:xfrm>
          <a:off x="523875" y="1285875"/>
          <a:ext cx="11144250" cy="4238628"/>
        </p:xfrm>
        <a:graphic>
          <a:graphicData uri="http://schemas.openxmlformats.org/drawingml/2006/table">
            <a:tbl>
              <a:tblPr/>
              <a:tblGrid>
                <a:gridCol w="1905000">
                  <a:extLst>
                    <a:ext uri="{9D8B030D-6E8A-4147-A177-3AD203B41FA5}">
                      <a16:colId xmlns:a16="http://schemas.microsoft.com/office/drawing/2014/main" val="20000"/>
                    </a:ext>
                  </a:extLst>
                </a:gridCol>
                <a:gridCol w="4286250">
                  <a:extLst>
                    <a:ext uri="{9D8B030D-6E8A-4147-A177-3AD203B41FA5}">
                      <a16:colId xmlns:a16="http://schemas.microsoft.com/office/drawing/2014/main" val="20001"/>
                    </a:ext>
                  </a:extLst>
                </a:gridCol>
                <a:gridCol w="4953000">
                  <a:extLst>
                    <a:ext uri="{9D8B030D-6E8A-4147-A177-3AD203B41FA5}">
                      <a16:colId xmlns:a16="http://schemas.microsoft.com/office/drawing/2014/main" val="20002"/>
                    </a:ext>
                  </a:extLst>
                </a:gridCol>
              </a:tblGrid>
              <a:tr h="706438">
                <a:tc>
                  <a:txBody>
                    <a:bodyPr/>
                    <a:lstStyle/>
                    <a:p>
                      <a:r>
                        <a:rPr sz="2175" b="1">
                          <a:solidFill>
                            <a:srgbClr val="FFFFFF"/>
                          </a:solidFill>
                          <a:latin typeface="Times New Roman"/>
                          <a:ea typeface="Times New Roman"/>
                          <a:cs typeface="Times New Roman"/>
                        </a:rPr>
                        <a:t>Test</a:t>
                      </a:r>
                    </a:p>
                  </a:txBody>
                  <a:tcPr marL="114300" marR="95250" marT="95250" marB="95250" anchor="ctr">
                    <a:lnL w="9525">
                      <a:solidFill>
                        <a:srgbClr val="CAD2DF"/>
                      </a:solidFill>
                    </a:lnL>
                    <a:lnR w="9525">
                      <a:solidFill>
                        <a:srgbClr val="CAD2DF"/>
                      </a:solidFill>
                    </a:lnR>
                    <a:lnT w="9525">
                      <a:solidFill>
                        <a:srgbClr val="CAD2DF"/>
                      </a:solidFill>
                    </a:lnT>
                    <a:lnB w="9525">
                      <a:solidFill>
                        <a:srgbClr val="CAD2DF"/>
                      </a:solidFill>
                    </a:lnB>
                    <a:solidFill>
                      <a:srgbClr val="002060"/>
                    </a:solidFill>
                  </a:tcPr>
                </a:tc>
                <a:tc>
                  <a:txBody>
                    <a:bodyPr/>
                    <a:lstStyle/>
                    <a:p>
                      <a:r>
                        <a:rPr sz="2175" b="1">
                          <a:solidFill>
                            <a:srgbClr val="FFFFFF"/>
                          </a:solidFill>
                          <a:latin typeface="Times New Roman"/>
                          <a:ea typeface="Times New Roman"/>
                          <a:cs typeface="Times New Roman"/>
                        </a:rPr>
                        <a:t>Action</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a:solidFill>
                        <a:srgbClr val="CAD2DF"/>
                      </a:solidFill>
                    </a:lnT>
                    <a:lnB w="9525">
                      <a:solidFill>
                        <a:srgbClr val="CAD2DF"/>
                      </a:solidFill>
                    </a:lnB>
                    <a:solidFill>
                      <a:srgbClr val="002060"/>
                    </a:solidFill>
                  </a:tcPr>
                </a:tc>
                <a:tc>
                  <a:txBody>
                    <a:bodyPr/>
                    <a:lstStyle/>
                    <a:p>
                      <a:r>
                        <a:rPr sz="2175" b="1">
                          <a:solidFill>
                            <a:srgbClr val="FFFFFF"/>
                          </a:solidFill>
                          <a:latin typeface="Times New Roman"/>
                          <a:ea typeface="Times New Roman"/>
                          <a:cs typeface="Times New Roman"/>
                        </a:rPr>
                        <a:t>Expected observation</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a:solidFill>
                        <a:srgbClr val="CAD2DF"/>
                      </a:solidFill>
                    </a:lnT>
                    <a:lnB w="9525">
                      <a:solidFill>
                        <a:srgbClr val="CAD2DF"/>
                      </a:solidFill>
                    </a:lnB>
                    <a:solidFill>
                      <a:srgbClr val="002060"/>
                    </a:solidFill>
                  </a:tcPr>
                </a:tc>
                <a:extLst>
                  <a:ext uri="{0D108BD9-81ED-4DB2-BD59-A6C34878D82A}">
                    <a16:rowId xmlns:a16="http://schemas.microsoft.com/office/drawing/2014/main" val="10000"/>
                  </a:ext>
                </a:extLst>
              </a:tr>
              <a:tr h="706438">
                <a:tc>
                  <a:txBody>
                    <a:bodyPr/>
                    <a:lstStyle/>
                    <a:p>
                      <a:r>
                        <a:rPr sz="2175" b="0">
                          <a:solidFill>
                            <a:srgbClr val="111111"/>
                          </a:solidFill>
                          <a:latin typeface="Times New Roman"/>
                          <a:ea typeface="Times New Roman"/>
                          <a:cs typeface="Times New Roman"/>
                        </a:rPr>
                        <a:t>TC1 / FR1</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Scan with ESP32 advertising</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Smart_Ambulance appears</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extLst>
                  <a:ext uri="{0D108BD9-81ED-4DB2-BD59-A6C34878D82A}">
                    <a16:rowId xmlns:a16="http://schemas.microsoft.com/office/drawing/2014/main" val="10001"/>
                  </a:ext>
                </a:extLst>
              </a:tr>
              <a:tr h="706438">
                <a:tc>
                  <a:txBody>
                    <a:bodyPr/>
                    <a:lstStyle/>
                    <a:p>
                      <a:r>
                        <a:rPr sz="2175" b="0">
                          <a:solidFill>
                            <a:srgbClr val="111111"/>
                          </a:solidFill>
                          <a:latin typeface="Times New Roman"/>
                          <a:ea typeface="Times New Roman"/>
                          <a:cs typeface="Times New Roman"/>
                        </a:rPr>
                        <a:t>TC2 / FR1</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Select device and pair</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Connected and ready status</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extLst>
                  <a:ext uri="{0D108BD9-81ED-4DB2-BD59-A6C34878D82A}">
                    <a16:rowId xmlns:a16="http://schemas.microsoft.com/office/drawing/2014/main" val="10002"/>
                  </a:ext>
                </a:extLst>
              </a:tr>
              <a:tr h="706438">
                <a:tc>
                  <a:txBody>
                    <a:bodyPr/>
                    <a:lstStyle/>
                    <a:p>
                      <a:r>
                        <a:rPr sz="2175" b="0">
                          <a:solidFill>
                            <a:srgbClr val="111111"/>
                          </a:solidFill>
                          <a:latin typeface="Times New Roman"/>
                          <a:ea typeface="Times New Roman"/>
                          <a:cs typeface="Times New Roman"/>
                        </a:rPr>
                        <a:t>TC3 / FR1</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Start telemetry</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Vitals update and match logs</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extLst>
                  <a:ext uri="{0D108BD9-81ED-4DB2-BD59-A6C34878D82A}">
                    <a16:rowId xmlns:a16="http://schemas.microsoft.com/office/drawing/2014/main" val="10003"/>
                  </a:ext>
                </a:extLst>
              </a:tr>
              <a:tr h="706438">
                <a:tc>
                  <a:txBody>
                    <a:bodyPr/>
                    <a:lstStyle/>
                    <a:p>
                      <a:r>
                        <a:rPr sz="2175" b="0">
                          <a:solidFill>
                            <a:srgbClr val="111111"/>
                          </a:solidFill>
                          <a:latin typeface="Times New Roman"/>
                          <a:ea typeface="Times New Roman"/>
                          <a:cs typeface="Times New Roman"/>
                        </a:rPr>
                        <a:t>TC4 / FR2</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Tap Stop</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Stop acknowledged; updates cease</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extLst>
                  <a:ext uri="{0D108BD9-81ED-4DB2-BD59-A6C34878D82A}">
                    <a16:rowId xmlns:a16="http://schemas.microsoft.com/office/drawing/2014/main" val="10004"/>
                  </a:ext>
                </a:extLst>
              </a:tr>
              <a:tr h="706438">
                <a:tc>
                  <a:txBody>
                    <a:bodyPr/>
                    <a:lstStyle/>
                    <a:p>
                      <a:r>
                        <a:rPr sz="2175" b="0">
                          <a:solidFill>
                            <a:srgbClr val="111111"/>
                          </a:solidFill>
                          <a:latin typeface="Times New Roman"/>
                          <a:ea typeface="Times New Roman"/>
                          <a:cs typeface="Times New Roman"/>
                        </a:rPr>
                        <a:t>TC5 / FR1</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Disconnect, then scan and connect</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Telemetry can restart</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extLst>
                  <a:ext uri="{0D108BD9-81ED-4DB2-BD59-A6C34878D82A}">
                    <a16:rowId xmlns:a16="http://schemas.microsoft.com/office/drawing/2014/main" val="10005"/>
                  </a:ext>
                </a:extLst>
              </a:tr>
            </a:tbl>
          </a:graphicData>
        </a:graphic>
      </p:graphicFrame>
      <p:sp>
        <p:nvSpPr>
          <p:cNvPr id="6" name="Execution status: evidence pending. Capture t">
            <a:extLst>
              <a:ext uri="{FF2B5EF4-FFF2-40B4-BE49-F238E27FC236}">
                <a16:creationId xmlns:a16="http://schemas.microsoft.com/office/drawing/2014/main" id="{11A48837-BA84-46A2-A172-82344334FA23}"/>
              </a:ext>
            </a:extLst>
          </p:cNvPr>
          <p:cNvSpPr>
            <a:spLocks noGrp="1"/>
          </p:cNvSpPr>
          <p:nvPr/>
        </p:nvSpPr>
        <p:spPr>
          <a:xfrm>
            <a:off x="523875" y="5857875"/>
            <a:ext cx="11144250" cy="419100"/>
          </a:xfrm>
          <a:prstGeom prst="rect">
            <a:avLst/>
          </a:prstGeom>
          <a:noFill/>
          <a:ln w="0">
            <a:noFill/>
          </a:ln>
        </p:spPr>
        <p:txBody>
          <a:bodyPr lIns="76200" tIns="76200" rIns="76200" bIns="76200" anchor="ctr"/>
          <a:lstStyle>
            <a:defPPr algn="l">
              <a:defRPr sz="1875" b="0">
                <a:solidFill>
                  <a:srgbClr val="0070C0"/>
                </a:solidFill>
                <a:latin typeface="Times New Roman"/>
                <a:ea typeface="Times New Roman"/>
                <a:cs typeface="Times New Roman"/>
              </a:defRPr>
            </a:defPPr>
            <a:lvl1pPr algn="l">
              <a:defRPr sz="1875" b="0">
                <a:solidFill>
                  <a:srgbClr val="0070C0"/>
                </a:solidFill>
                <a:latin typeface="Times New Roman"/>
                <a:ea typeface="Times New Roman"/>
                <a:cs typeface="Times New Roman"/>
              </a:defRPr>
            </a:lvl1pPr>
            <a:lvl2pPr algn="l">
              <a:defRPr sz="1875" b="0">
                <a:solidFill>
                  <a:srgbClr val="0070C0"/>
                </a:solidFill>
                <a:latin typeface="Times New Roman"/>
                <a:ea typeface="Times New Roman"/>
                <a:cs typeface="Times New Roman"/>
              </a:defRPr>
            </a:lvl2pPr>
            <a:lvl3pPr algn="l">
              <a:defRPr sz="1875" b="0">
                <a:solidFill>
                  <a:srgbClr val="0070C0"/>
                </a:solidFill>
                <a:latin typeface="Times New Roman"/>
                <a:ea typeface="Times New Roman"/>
                <a:cs typeface="Times New Roman"/>
              </a:defRPr>
            </a:lvl3pPr>
            <a:lvl4pPr algn="l">
              <a:defRPr sz="1875" b="0">
                <a:solidFill>
                  <a:srgbClr val="0070C0"/>
                </a:solidFill>
                <a:latin typeface="Times New Roman"/>
                <a:ea typeface="Times New Roman"/>
                <a:cs typeface="Times New Roman"/>
              </a:defRPr>
            </a:lvl4pPr>
            <a:lvl5pPr algn="l">
              <a:defRPr sz="1875" b="0">
                <a:solidFill>
                  <a:srgbClr val="0070C0"/>
                </a:solidFill>
                <a:latin typeface="Times New Roman"/>
                <a:ea typeface="Times New Roman"/>
                <a:cs typeface="Times New Roman"/>
              </a:defRPr>
            </a:lvl5pPr>
            <a:lvl6pPr algn="l">
              <a:defRPr sz="1875" b="0">
                <a:solidFill>
                  <a:srgbClr val="0070C0"/>
                </a:solidFill>
                <a:latin typeface="Times New Roman"/>
                <a:ea typeface="Times New Roman"/>
                <a:cs typeface="Times New Roman"/>
              </a:defRPr>
            </a:lvl6pPr>
            <a:lvl7pPr algn="l">
              <a:defRPr sz="1875" b="0">
                <a:solidFill>
                  <a:srgbClr val="0070C0"/>
                </a:solidFill>
                <a:latin typeface="Times New Roman"/>
                <a:ea typeface="Times New Roman"/>
                <a:cs typeface="Times New Roman"/>
              </a:defRPr>
            </a:lvl7pPr>
            <a:lvl8pPr algn="l">
              <a:defRPr sz="1875" b="0">
                <a:solidFill>
                  <a:srgbClr val="0070C0"/>
                </a:solidFill>
                <a:latin typeface="Times New Roman"/>
                <a:ea typeface="Times New Roman"/>
                <a:cs typeface="Times New Roman"/>
              </a:defRPr>
            </a:lvl8pPr>
            <a:lvl9pPr algn="l">
              <a:defRPr sz="1875" b="0">
                <a:solidFill>
                  <a:srgbClr val="0070C0"/>
                </a:solidFill>
                <a:latin typeface="Times New Roman"/>
                <a:ea typeface="Times New Roman"/>
                <a:cs typeface="Times New Roman"/>
              </a:defRPr>
            </a:lvl9pPr>
          </a:lstStyle>
          <a:p>
            <a:pPr algn="l">
              <a:defRPr sz="1875" b="0">
                <a:solidFill>
                  <a:srgbClr val="0070C0"/>
                </a:solidFill>
                <a:latin typeface="Times New Roman"/>
                <a:ea typeface="Times New Roman"/>
                <a:cs typeface="Times New Roman"/>
              </a:defRPr>
            </a:pPr>
            <a:r>
              <a:rPr sz="1875" b="0" dirty="0">
                <a:solidFill>
                  <a:schemeClr val="tx1"/>
                </a:solidFill>
                <a:latin typeface="Times New Roman"/>
                <a:ea typeface="Times New Roman"/>
                <a:cs typeface="Times New Roman"/>
              </a:rPr>
              <a:t>Execution status: evidence pending. Capture the observed outcome before marking Pass.</a:t>
            </a:r>
          </a:p>
        </p:txBody>
      </p:sp>
      <p:sp>
        <p:nvSpPr>
          <p:cNvPr id="7" name="10">
            <a:extLst>
              <a:ext uri="{FF2B5EF4-FFF2-40B4-BE49-F238E27FC236}">
                <a16:creationId xmlns:a16="http://schemas.microsoft.com/office/drawing/2014/main" id="{0715AA64-A2D2-49A2-818E-9E277ADB2455}"/>
              </a:ext>
            </a:extLst>
          </p:cNvPr>
          <p:cNvSpPr>
            <a:spLocks noGrp="1"/>
          </p:cNvSpPr>
          <p:nvPr/>
        </p:nvSpPr>
        <p:spPr>
          <a:xfrm>
            <a:off x="11430000" y="6496050"/>
            <a:ext cx="571500" cy="342900"/>
          </a:xfrm>
          <a:prstGeom prst="rect">
            <a:avLst/>
          </a:prstGeom>
          <a:noFill/>
          <a:ln w="0">
            <a:noFill/>
          </a:ln>
        </p:spPr>
        <p:txBody>
          <a:bodyPr lIns="76200" tIns="76200" rIns="76200" bIns="76200" anchor="ctr"/>
          <a:lstStyle>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a:pPr algn="r">
              <a:defRPr sz="1200" b="1">
                <a:solidFill>
                  <a:srgbClr val="FFFFFF"/>
                </a:solidFill>
                <a:latin typeface="Times New Roman"/>
                <a:ea typeface="Times New Roman"/>
                <a:cs typeface="Times New Roman"/>
              </a:defRPr>
            </a:pPr>
            <a:r>
              <a:rPr lang="en-IN" sz="1200" b="1">
                <a:solidFill>
                  <a:srgbClr val="FFFFFF"/>
                </a:solidFill>
                <a:latin typeface="Times New Roman"/>
                <a:ea typeface="Times New Roman"/>
                <a:cs typeface="Times New Roman"/>
              </a:rPr>
              <a:t>10</a:t>
            </a:r>
            <a:endParaRPr sz="1200" b="1">
              <a:solidFill>
                <a:srgbClr val="FFFFFF"/>
              </a:solidFill>
              <a:latin typeface="Times New Roman"/>
              <a:ea typeface="Times New Roman"/>
              <a:cs typeface="Times New Roman"/>
            </a:endParaRPr>
          </a:p>
        </p:txBody>
      </p:sp>
    </p:spTree>
    <p:extLst>
      <p:ext uri="{BB962C8B-B14F-4D97-AF65-F5344CB8AC3E}">
        <p14:creationId xmlns:p14="http://schemas.microsoft.com/office/powerpoint/2010/main" val="17335963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D393A-8365-3C41-2C17-6494BBBD7105}"/>
              </a:ext>
            </a:extLst>
          </p:cNvPr>
          <p:cNvSpPr>
            <a:spLocks noGrp="1"/>
          </p:cNvSpPr>
          <p:nvPr>
            <p:ph type="title"/>
          </p:nvPr>
        </p:nvSpPr>
        <p:spPr>
          <a:xfrm>
            <a:off x="0" y="0"/>
            <a:ext cx="12192000" cy="762000"/>
          </a:xfrm>
          <a:prstGeom prst="rect">
            <a:avLst/>
          </a:prstGeom>
          <a:solidFill>
            <a:srgbClr val="002060"/>
          </a:solidFill>
        </p:spPr>
        <p:txBody>
          <a:bodyPr>
            <a:normAutofit/>
          </a:bodyPr>
          <a:lstStyle>
            <a:defPPr algn="ctr">
              <a:defRPr sz="4050" b="1">
                <a:solidFill>
                  <a:srgbClr val="FFFFFF"/>
                </a:solidFill>
                <a:latin typeface="Times New Roman"/>
                <a:ea typeface="Times New Roman"/>
                <a:cs typeface="Times New Roman"/>
              </a:defRPr>
            </a:defPPr>
            <a:lvl1pPr algn="ctr">
              <a:defRPr sz="4050" b="1">
                <a:solidFill>
                  <a:srgbClr val="FFFFFF"/>
                </a:solidFill>
                <a:latin typeface="Times New Roman"/>
                <a:ea typeface="Times New Roman"/>
                <a:cs typeface="Times New Roman"/>
              </a:defRPr>
            </a:lvl1pPr>
            <a:lvl2pPr algn="ctr">
              <a:defRPr sz="4050" b="1">
                <a:solidFill>
                  <a:srgbClr val="FFFFFF"/>
                </a:solidFill>
                <a:latin typeface="Times New Roman"/>
                <a:ea typeface="Times New Roman"/>
                <a:cs typeface="Times New Roman"/>
              </a:defRPr>
            </a:lvl2pPr>
            <a:lvl3pPr algn="ctr">
              <a:defRPr sz="4050" b="1">
                <a:solidFill>
                  <a:srgbClr val="FFFFFF"/>
                </a:solidFill>
                <a:latin typeface="Times New Roman"/>
                <a:ea typeface="Times New Roman"/>
                <a:cs typeface="Times New Roman"/>
              </a:defRPr>
            </a:lvl3pPr>
            <a:lvl4pPr algn="ctr">
              <a:defRPr sz="4050" b="1">
                <a:solidFill>
                  <a:srgbClr val="FFFFFF"/>
                </a:solidFill>
                <a:latin typeface="Times New Roman"/>
                <a:ea typeface="Times New Roman"/>
                <a:cs typeface="Times New Roman"/>
              </a:defRPr>
            </a:lvl4pPr>
            <a:lvl5pPr algn="ctr">
              <a:defRPr sz="4050" b="1">
                <a:solidFill>
                  <a:srgbClr val="FFFFFF"/>
                </a:solidFill>
                <a:latin typeface="Times New Roman"/>
                <a:ea typeface="Times New Roman"/>
                <a:cs typeface="Times New Roman"/>
              </a:defRPr>
            </a:lvl5pPr>
            <a:lvl6pPr algn="ctr">
              <a:defRPr sz="4050" b="1">
                <a:solidFill>
                  <a:srgbClr val="FFFFFF"/>
                </a:solidFill>
                <a:latin typeface="Times New Roman"/>
                <a:ea typeface="Times New Roman"/>
                <a:cs typeface="Times New Roman"/>
              </a:defRPr>
            </a:lvl6pPr>
            <a:lvl7pPr algn="ctr">
              <a:defRPr sz="4050" b="1">
                <a:solidFill>
                  <a:srgbClr val="FFFFFF"/>
                </a:solidFill>
                <a:latin typeface="Times New Roman"/>
                <a:ea typeface="Times New Roman"/>
                <a:cs typeface="Times New Roman"/>
              </a:defRPr>
            </a:lvl7pPr>
            <a:lvl8pPr algn="ctr">
              <a:defRPr sz="4050" b="1">
                <a:solidFill>
                  <a:srgbClr val="FFFFFF"/>
                </a:solidFill>
                <a:latin typeface="Times New Roman"/>
                <a:ea typeface="Times New Roman"/>
                <a:cs typeface="Times New Roman"/>
              </a:defRPr>
            </a:lvl8pPr>
            <a:lvl9pPr algn="ctr">
              <a:defRPr sz="4050" b="1">
                <a:solidFill>
                  <a:srgbClr val="FFFFFF"/>
                </a:solidFill>
                <a:latin typeface="Times New Roman"/>
                <a:ea typeface="Times New Roman"/>
                <a:cs typeface="Times New Roman"/>
              </a:defRPr>
            </a:lvl9pPr>
          </a:lstStyle>
          <a:p>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Planned Integration Tests</a:t>
            </a:r>
          </a:p>
        </p:txBody>
      </p:sp>
      <p:sp>
        <p:nvSpPr>
          <p:cNvPr id="4" name="Footer Placeholder 3">
            <a:extLst>
              <a:ext uri="{FF2B5EF4-FFF2-40B4-BE49-F238E27FC236}">
                <a16:creationId xmlns:a16="http://schemas.microsoft.com/office/drawing/2014/main" id="{3D9C6012-FCED-4937-A4AB-8CEEC135A13C}"/>
              </a:ext>
            </a:extLst>
          </p:cNvPr>
          <p:cNvSpPr>
            <a:spLocks noGrp="1"/>
          </p:cNvSpPr>
          <p:nvPr>
            <p:ph type="ftr" idx="11"/>
          </p:nvPr>
        </p:nvSpPr>
        <p:spPr>
          <a:xfrm>
            <a:off x="0" y="6492907"/>
            <a:ext cx="12192000" cy="365093"/>
          </a:xfrm>
          <a:prstGeom prst="rect">
            <a:avLst/>
          </a:prstGeom>
          <a:solidFill>
            <a:srgbClr val="002060"/>
          </a:solidFill>
        </p:spPr>
        <p:txBody>
          <a:bodyPr/>
          <a:lstStyle>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graphicFrame>
        <p:nvGraphicFramePr>
          <p:cNvPr id="5" name="Table 4">
            <a:extLst>
              <a:ext uri="{FF2B5EF4-FFF2-40B4-BE49-F238E27FC236}">
                <a16:creationId xmlns:a16="http://schemas.microsoft.com/office/drawing/2014/main" id="{1ABC1FB1-160B-4398-B92F-A16E5B693D69}"/>
              </a:ext>
            </a:extLst>
          </p:cNvPr>
          <p:cNvGraphicFramePr/>
          <p:nvPr/>
        </p:nvGraphicFramePr>
        <p:xfrm>
          <a:off x="523875" y="1285875"/>
          <a:ext cx="11144250" cy="4238628"/>
        </p:xfrm>
        <a:graphic>
          <a:graphicData uri="http://schemas.openxmlformats.org/drawingml/2006/table">
            <a:tbl>
              <a:tblPr/>
              <a:tblGrid>
                <a:gridCol w="2428875">
                  <a:extLst>
                    <a:ext uri="{9D8B030D-6E8A-4147-A177-3AD203B41FA5}">
                      <a16:colId xmlns:a16="http://schemas.microsoft.com/office/drawing/2014/main" val="20000"/>
                    </a:ext>
                  </a:extLst>
                </a:gridCol>
                <a:gridCol w="4524375">
                  <a:extLst>
                    <a:ext uri="{9D8B030D-6E8A-4147-A177-3AD203B41FA5}">
                      <a16:colId xmlns:a16="http://schemas.microsoft.com/office/drawing/2014/main" val="20001"/>
                    </a:ext>
                  </a:extLst>
                </a:gridCol>
                <a:gridCol w="4191000">
                  <a:extLst>
                    <a:ext uri="{9D8B030D-6E8A-4147-A177-3AD203B41FA5}">
                      <a16:colId xmlns:a16="http://schemas.microsoft.com/office/drawing/2014/main" val="20002"/>
                    </a:ext>
                  </a:extLst>
                </a:gridCol>
              </a:tblGrid>
              <a:tr h="706438">
                <a:tc>
                  <a:txBody>
                    <a:bodyPr/>
                    <a:lstStyle/>
                    <a:p>
                      <a:r>
                        <a:rPr sz="2100" b="1">
                          <a:solidFill>
                            <a:srgbClr val="FFFFFF"/>
                          </a:solidFill>
                          <a:latin typeface="Times New Roman"/>
                          <a:ea typeface="Times New Roman"/>
                          <a:cs typeface="Times New Roman"/>
                        </a:rPr>
                        <a:t>Requirement</a:t>
                      </a:r>
                    </a:p>
                  </a:txBody>
                  <a:tcPr marL="114300" marR="95250" marT="95250" marB="95250" anchor="ctr">
                    <a:lnL w="9525">
                      <a:solidFill>
                        <a:srgbClr val="CAD2DF"/>
                      </a:solidFill>
                    </a:lnL>
                    <a:lnR w="9525">
                      <a:solidFill>
                        <a:srgbClr val="CAD2DF"/>
                      </a:solidFill>
                    </a:lnR>
                    <a:lnT w="9525">
                      <a:solidFill>
                        <a:srgbClr val="CAD2DF"/>
                      </a:solidFill>
                    </a:lnT>
                    <a:lnB w="9525">
                      <a:solidFill>
                        <a:srgbClr val="CAD2DF"/>
                      </a:solidFill>
                    </a:lnB>
                    <a:solidFill>
                      <a:srgbClr val="002060"/>
                    </a:solidFill>
                  </a:tcPr>
                </a:tc>
                <a:tc>
                  <a:txBody>
                    <a:bodyPr/>
                    <a:lstStyle/>
                    <a:p>
                      <a:r>
                        <a:rPr sz="2100" b="1">
                          <a:solidFill>
                            <a:srgbClr val="FFFFFF"/>
                          </a:solidFill>
                          <a:latin typeface="Times New Roman"/>
                          <a:ea typeface="Times New Roman"/>
                          <a:cs typeface="Times New Roman"/>
                        </a:rPr>
                        <a:t>Test scenario</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a:solidFill>
                        <a:srgbClr val="CAD2DF"/>
                      </a:solidFill>
                    </a:lnT>
                    <a:lnB w="9525">
                      <a:solidFill>
                        <a:srgbClr val="CAD2DF"/>
                      </a:solidFill>
                    </a:lnB>
                    <a:solidFill>
                      <a:srgbClr val="002060"/>
                    </a:solidFill>
                  </a:tcPr>
                </a:tc>
                <a:tc>
                  <a:txBody>
                    <a:bodyPr/>
                    <a:lstStyle/>
                    <a:p>
                      <a:r>
                        <a:rPr sz="2100" b="1">
                          <a:solidFill>
                            <a:srgbClr val="FFFFFF"/>
                          </a:solidFill>
                          <a:latin typeface="Times New Roman"/>
                          <a:ea typeface="Times New Roman"/>
                          <a:cs typeface="Times New Roman"/>
                        </a:rPr>
                        <a:t>Expected result</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a:solidFill>
                        <a:srgbClr val="CAD2DF"/>
                      </a:solidFill>
                    </a:lnT>
                    <a:lnB w="9525">
                      <a:solidFill>
                        <a:srgbClr val="CAD2DF"/>
                      </a:solidFill>
                    </a:lnB>
                    <a:solidFill>
                      <a:srgbClr val="002060"/>
                    </a:solidFill>
                  </a:tcPr>
                </a:tc>
                <a:extLst>
                  <a:ext uri="{0D108BD9-81ED-4DB2-BD59-A6C34878D82A}">
                    <a16:rowId xmlns:a16="http://schemas.microsoft.com/office/drawing/2014/main" val="10000"/>
                  </a:ext>
                </a:extLst>
              </a:tr>
              <a:tr h="706438">
                <a:tc>
                  <a:txBody>
                    <a:bodyPr/>
                    <a:lstStyle/>
                    <a:p>
                      <a:r>
                        <a:rPr sz="2100" b="0">
                          <a:solidFill>
                            <a:srgbClr val="111111"/>
                          </a:solidFill>
                          <a:latin typeface="Times New Roman"/>
                          <a:ea typeface="Times New Roman"/>
                          <a:cs typeface="Times New Roman"/>
                        </a:rPr>
                        <a:t>FR3 / Sensors</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Connect sensors and OLED</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Correct acquisition and local display</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extLst>
                  <a:ext uri="{0D108BD9-81ED-4DB2-BD59-A6C34878D82A}">
                    <a16:rowId xmlns:a16="http://schemas.microsoft.com/office/drawing/2014/main" val="10001"/>
                  </a:ext>
                </a:extLst>
              </a:tr>
              <a:tr h="706438">
                <a:tc>
                  <a:txBody>
                    <a:bodyPr/>
                    <a:lstStyle/>
                    <a:p>
                      <a:r>
                        <a:rPr sz="2100" b="0">
                          <a:solidFill>
                            <a:srgbClr val="111111"/>
                          </a:solidFill>
                          <a:latin typeface="Times New Roman"/>
                          <a:ea typeface="Times New Roman"/>
                          <a:cs typeface="Times New Roman"/>
                        </a:rPr>
                        <a:t>FR4 / Upload</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Lose and restore phone internet</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Queue retained and uploaded once</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extLst>
                  <a:ext uri="{0D108BD9-81ED-4DB2-BD59-A6C34878D82A}">
                    <a16:rowId xmlns:a16="http://schemas.microsoft.com/office/drawing/2014/main" val="10002"/>
                  </a:ext>
                </a:extLst>
              </a:tr>
              <a:tr h="706438">
                <a:tc>
                  <a:txBody>
                    <a:bodyPr/>
                    <a:lstStyle/>
                    <a:p>
                      <a:r>
                        <a:rPr sz="2100" b="0">
                          <a:solidFill>
                            <a:srgbClr val="111111"/>
                          </a:solidFill>
                          <a:latin typeface="Times New Roman"/>
                          <a:ea typeface="Times New Roman"/>
                          <a:cs typeface="Times New Roman"/>
                        </a:rPr>
                        <a:t>FR5 / GPS + ETA</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Move along a known route</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Location and ETA update</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extLst>
                  <a:ext uri="{0D108BD9-81ED-4DB2-BD59-A6C34878D82A}">
                    <a16:rowId xmlns:a16="http://schemas.microsoft.com/office/drawing/2014/main" val="10003"/>
                  </a:ext>
                </a:extLst>
              </a:tr>
              <a:tr h="706438">
                <a:tc>
                  <a:txBody>
                    <a:bodyPr/>
                    <a:lstStyle/>
                    <a:p>
                      <a:r>
                        <a:rPr sz="2100" b="0">
                          <a:solidFill>
                            <a:srgbClr val="111111"/>
                          </a:solidFill>
                          <a:latin typeface="Times New Roman"/>
                          <a:ea typeface="Times New Roman"/>
                          <a:cs typeface="Times New Roman"/>
                        </a:rPr>
                        <a:t>FR6 / ML</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Evaluate a labeled held-out dataset</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Report classification metrics</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extLst>
                  <a:ext uri="{0D108BD9-81ED-4DB2-BD59-A6C34878D82A}">
                    <a16:rowId xmlns:a16="http://schemas.microsoft.com/office/drawing/2014/main" val="10004"/>
                  </a:ext>
                </a:extLst>
              </a:tr>
              <a:tr h="706438">
                <a:tc>
                  <a:txBody>
                    <a:bodyPr/>
                    <a:lstStyle/>
                    <a:p>
                      <a:r>
                        <a:rPr sz="2100" b="0">
                          <a:solidFill>
                            <a:srgbClr val="111111"/>
                          </a:solidFill>
                          <a:latin typeface="Times New Roman"/>
                          <a:ea typeface="Times New Roman"/>
                          <a:cs typeface="Times New Roman"/>
                        </a:rPr>
                        <a:t>FR6 / Dashboard</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Deliver live and stale telemetry</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Correct values and freshness state</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extLst>
                  <a:ext uri="{0D108BD9-81ED-4DB2-BD59-A6C34878D82A}">
                    <a16:rowId xmlns:a16="http://schemas.microsoft.com/office/drawing/2014/main" val="10005"/>
                  </a:ext>
                </a:extLst>
              </a:tr>
            </a:tbl>
          </a:graphicData>
        </a:graphic>
      </p:graphicFrame>
      <p:sp>
        <p:nvSpPr>
          <p:cNvPr id="6" name="All cases on this slide are planned. No cloud">
            <a:extLst>
              <a:ext uri="{FF2B5EF4-FFF2-40B4-BE49-F238E27FC236}">
                <a16:creationId xmlns:a16="http://schemas.microsoft.com/office/drawing/2014/main" id="{445289BF-EA09-42DB-9EDC-E23C48D79124}"/>
              </a:ext>
            </a:extLst>
          </p:cNvPr>
          <p:cNvSpPr>
            <a:spLocks noGrp="1"/>
          </p:cNvSpPr>
          <p:nvPr/>
        </p:nvSpPr>
        <p:spPr>
          <a:xfrm>
            <a:off x="523875" y="5857875"/>
            <a:ext cx="11144250" cy="419100"/>
          </a:xfrm>
          <a:prstGeom prst="rect">
            <a:avLst/>
          </a:prstGeom>
          <a:noFill/>
          <a:ln w="0">
            <a:noFill/>
          </a:ln>
        </p:spPr>
        <p:txBody>
          <a:bodyPr lIns="76200" tIns="76200" rIns="76200" bIns="76200" anchor="ctr"/>
          <a:lstStyle>
            <a:defPPr algn="l">
              <a:defRPr sz="1875" b="0">
                <a:solidFill>
                  <a:srgbClr val="0070C0"/>
                </a:solidFill>
                <a:latin typeface="Times New Roman"/>
                <a:ea typeface="Times New Roman"/>
                <a:cs typeface="Times New Roman"/>
              </a:defRPr>
            </a:defPPr>
            <a:lvl1pPr algn="l">
              <a:defRPr sz="1875" b="0">
                <a:solidFill>
                  <a:srgbClr val="0070C0"/>
                </a:solidFill>
                <a:latin typeface="Times New Roman"/>
                <a:ea typeface="Times New Roman"/>
                <a:cs typeface="Times New Roman"/>
              </a:defRPr>
            </a:lvl1pPr>
            <a:lvl2pPr algn="l">
              <a:defRPr sz="1875" b="0">
                <a:solidFill>
                  <a:srgbClr val="0070C0"/>
                </a:solidFill>
                <a:latin typeface="Times New Roman"/>
                <a:ea typeface="Times New Roman"/>
                <a:cs typeface="Times New Roman"/>
              </a:defRPr>
            </a:lvl2pPr>
            <a:lvl3pPr algn="l">
              <a:defRPr sz="1875" b="0">
                <a:solidFill>
                  <a:srgbClr val="0070C0"/>
                </a:solidFill>
                <a:latin typeface="Times New Roman"/>
                <a:ea typeface="Times New Roman"/>
                <a:cs typeface="Times New Roman"/>
              </a:defRPr>
            </a:lvl3pPr>
            <a:lvl4pPr algn="l">
              <a:defRPr sz="1875" b="0">
                <a:solidFill>
                  <a:srgbClr val="0070C0"/>
                </a:solidFill>
                <a:latin typeface="Times New Roman"/>
                <a:ea typeface="Times New Roman"/>
                <a:cs typeface="Times New Roman"/>
              </a:defRPr>
            </a:lvl4pPr>
            <a:lvl5pPr algn="l">
              <a:defRPr sz="1875" b="0">
                <a:solidFill>
                  <a:srgbClr val="0070C0"/>
                </a:solidFill>
                <a:latin typeface="Times New Roman"/>
                <a:ea typeface="Times New Roman"/>
                <a:cs typeface="Times New Roman"/>
              </a:defRPr>
            </a:lvl5pPr>
            <a:lvl6pPr algn="l">
              <a:defRPr sz="1875" b="0">
                <a:solidFill>
                  <a:srgbClr val="0070C0"/>
                </a:solidFill>
                <a:latin typeface="Times New Roman"/>
                <a:ea typeface="Times New Roman"/>
                <a:cs typeface="Times New Roman"/>
              </a:defRPr>
            </a:lvl6pPr>
            <a:lvl7pPr algn="l">
              <a:defRPr sz="1875" b="0">
                <a:solidFill>
                  <a:srgbClr val="0070C0"/>
                </a:solidFill>
                <a:latin typeface="Times New Roman"/>
                <a:ea typeface="Times New Roman"/>
                <a:cs typeface="Times New Roman"/>
              </a:defRPr>
            </a:lvl7pPr>
            <a:lvl8pPr algn="l">
              <a:defRPr sz="1875" b="0">
                <a:solidFill>
                  <a:srgbClr val="0070C0"/>
                </a:solidFill>
                <a:latin typeface="Times New Roman"/>
                <a:ea typeface="Times New Roman"/>
                <a:cs typeface="Times New Roman"/>
              </a:defRPr>
            </a:lvl8pPr>
            <a:lvl9pPr algn="l">
              <a:defRPr sz="1875" b="0">
                <a:solidFill>
                  <a:srgbClr val="0070C0"/>
                </a:solidFill>
                <a:latin typeface="Times New Roman"/>
                <a:ea typeface="Times New Roman"/>
                <a:cs typeface="Times New Roman"/>
              </a:defRPr>
            </a:lvl9pPr>
          </a:lstStyle>
          <a:p>
            <a:pPr algn="l">
              <a:defRPr sz="1875" b="0">
                <a:solidFill>
                  <a:srgbClr val="0070C0"/>
                </a:solidFill>
                <a:latin typeface="Times New Roman"/>
                <a:ea typeface="Times New Roman"/>
                <a:cs typeface="Times New Roman"/>
              </a:defRPr>
            </a:pPr>
            <a:r>
              <a:rPr sz="1875" b="0">
                <a:solidFill>
                  <a:srgbClr val="0070C0"/>
                </a:solidFill>
                <a:latin typeface="Times New Roman"/>
                <a:ea typeface="Times New Roman"/>
                <a:cs typeface="Times New Roman"/>
              </a:rPr>
              <a:t>All cases on this slide are planned. No cloud, GPS, ETA or ML results are claimed.</a:t>
            </a:r>
          </a:p>
        </p:txBody>
      </p:sp>
      <p:sp>
        <p:nvSpPr>
          <p:cNvPr id="7" name="11">
            <a:extLst>
              <a:ext uri="{FF2B5EF4-FFF2-40B4-BE49-F238E27FC236}">
                <a16:creationId xmlns:a16="http://schemas.microsoft.com/office/drawing/2014/main" id="{790258E3-4172-4B82-945C-A2B8BC04DE2A}"/>
              </a:ext>
            </a:extLst>
          </p:cNvPr>
          <p:cNvSpPr>
            <a:spLocks noGrp="1"/>
          </p:cNvSpPr>
          <p:nvPr/>
        </p:nvSpPr>
        <p:spPr>
          <a:xfrm>
            <a:off x="11430000" y="6496050"/>
            <a:ext cx="571500" cy="342900"/>
          </a:xfrm>
          <a:prstGeom prst="rect">
            <a:avLst/>
          </a:prstGeom>
          <a:noFill/>
          <a:ln w="0">
            <a:noFill/>
          </a:ln>
        </p:spPr>
        <p:txBody>
          <a:bodyPr lIns="76200" tIns="76200" rIns="76200" bIns="76200" anchor="ctr"/>
          <a:lstStyle>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a:pPr algn="r">
              <a:defRPr sz="1200" b="1">
                <a:solidFill>
                  <a:srgbClr val="FFFFFF"/>
                </a:solidFill>
                <a:latin typeface="Times New Roman"/>
                <a:ea typeface="Times New Roman"/>
                <a:cs typeface="Times New Roman"/>
              </a:defRPr>
            </a:pPr>
            <a:r>
              <a:rPr lang="en-IN" sz="1200" b="1">
                <a:solidFill>
                  <a:srgbClr val="FFFFFF"/>
                </a:solidFill>
                <a:latin typeface="Times New Roman"/>
                <a:ea typeface="Times New Roman"/>
                <a:cs typeface="Times New Roman"/>
              </a:rPr>
              <a:t>11</a:t>
            </a:r>
            <a:endParaRPr sz="1200" b="1">
              <a:solidFill>
                <a:srgbClr val="FFFFFF"/>
              </a:solidFill>
              <a:latin typeface="Times New Roman"/>
              <a:ea typeface="Times New Roman"/>
              <a:cs typeface="Times New Roman"/>
            </a:endParaRPr>
          </a:p>
        </p:txBody>
      </p:sp>
    </p:spTree>
    <p:extLst>
      <p:ext uri="{BB962C8B-B14F-4D97-AF65-F5344CB8AC3E}">
        <p14:creationId xmlns:p14="http://schemas.microsoft.com/office/powerpoint/2010/main" val="17335963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D393A-8365-3C41-2C17-6494BBBD7105}"/>
              </a:ext>
            </a:extLst>
          </p:cNvPr>
          <p:cNvSpPr>
            <a:spLocks noGrp="1"/>
          </p:cNvSpPr>
          <p:nvPr>
            <p:ph type="title"/>
          </p:nvPr>
        </p:nvSpPr>
        <p:spPr>
          <a:xfrm>
            <a:off x="0" y="0"/>
            <a:ext cx="12192000" cy="762000"/>
          </a:xfrm>
          <a:prstGeom prst="rect">
            <a:avLst/>
          </a:prstGeom>
          <a:solidFill>
            <a:srgbClr val="002060"/>
          </a:solidFill>
        </p:spPr>
        <p:txBody>
          <a:bodyPr>
            <a:normAutofit/>
          </a:bodyPr>
          <a:lstStyle>
            <a:defPPr algn="ctr">
              <a:defRPr sz="4050" b="1">
                <a:solidFill>
                  <a:srgbClr val="FFFFFF"/>
                </a:solidFill>
                <a:latin typeface="Times New Roman"/>
                <a:ea typeface="Times New Roman"/>
                <a:cs typeface="Times New Roman"/>
              </a:defRPr>
            </a:defPPr>
            <a:lvl1pPr algn="ctr">
              <a:defRPr sz="4050" b="1">
                <a:solidFill>
                  <a:srgbClr val="FFFFFF"/>
                </a:solidFill>
                <a:latin typeface="Times New Roman"/>
                <a:ea typeface="Times New Roman"/>
                <a:cs typeface="Times New Roman"/>
              </a:defRPr>
            </a:lvl1pPr>
            <a:lvl2pPr algn="ctr">
              <a:defRPr sz="4050" b="1">
                <a:solidFill>
                  <a:srgbClr val="FFFFFF"/>
                </a:solidFill>
                <a:latin typeface="Times New Roman"/>
                <a:ea typeface="Times New Roman"/>
                <a:cs typeface="Times New Roman"/>
              </a:defRPr>
            </a:lvl2pPr>
            <a:lvl3pPr algn="ctr">
              <a:defRPr sz="4050" b="1">
                <a:solidFill>
                  <a:srgbClr val="FFFFFF"/>
                </a:solidFill>
                <a:latin typeface="Times New Roman"/>
                <a:ea typeface="Times New Roman"/>
                <a:cs typeface="Times New Roman"/>
              </a:defRPr>
            </a:lvl3pPr>
            <a:lvl4pPr algn="ctr">
              <a:defRPr sz="4050" b="1">
                <a:solidFill>
                  <a:srgbClr val="FFFFFF"/>
                </a:solidFill>
                <a:latin typeface="Times New Roman"/>
                <a:ea typeface="Times New Roman"/>
                <a:cs typeface="Times New Roman"/>
              </a:defRPr>
            </a:lvl4pPr>
            <a:lvl5pPr algn="ctr">
              <a:defRPr sz="4050" b="1">
                <a:solidFill>
                  <a:srgbClr val="FFFFFF"/>
                </a:solidFill>
                <a:latin typeface="Times New Roman"/>
                <a:ea typeface="Times New Roman"/>
                <a:cs typeface="Times New Roman"/>
              </a:defRPr>
            </a:lvl5pPr>
            <a:lvl6pPr algn="ctr">
              <a:defRPr sz="4050" b="1">
                <a:solidFill>
                  <a:srgbClr val="FFFFFF"/>
                </a:solidFill>
                <a:latin typeface="Times New Roman"/>
                <a:ea typeface="Times New Roman"/>
                <a:cs typeface="Times New Roman"/>
              </a:defRPr>
            </a:lvl6pPr>
            <a:lvl7pPr algn="ctr">
              <a:defRPr sz="4050" b="1">
                <a:solidFill>
                  <a:srgbClr val="FFFFFF"/>
                </a:solidFill>
                <a:latin typeface="Times New Roman"/>
                <a:ea typeface="Times New Roman"/>
                <a:cs typeface="Times New Roman"/>
              </a:defRPr>
            </a:lvl7pPr>
            <a:lvl8pPr algn="ctr">
              <a:defRPr sz="4050" b="1">
                <a:solidFill>
                  <a:srgbClr val="FFFFFF"/>
                </a:solidFill>
                <a:latin typeface="Times New Roman"/>
                <a:ea typeface="Times New Roman"/>
                <a:cs typeface="Times New Roman"/>
              </a:defRPr>
            </a:lvl8pPr>
            <a:lvl9pPr algn="ctr">
              <a:defRPr sz="4050" b="1">
                <a:solidFill>
                  <a:srgbClr val="FFFFFF"/>
                </a:solidFill>
                <a:latin typeface="Times New Roman"/>
                <a:ea typeface="Times New Roman"/>
                <a:cs typeface="Times New Roman"/>
              </a:defRPr>
            </a:lvl9pPr>
          </a:lstStyle>
          <a:p>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Implementation Status</a:t>
            </a:r>
          </a:p>
        </p:txBody>
      </p:sp>
      <p:sp>
        <p:nvSpPr>
          <p:cNvPr id="4" name="Footer Placeholder 3">
            <a:extLst>
              <a:ext uri="{FF2B5EF4-FFF2-40B4-BE49-F238E27FC236}">
                <a16:creationId xmlns:a16="http://schemas.microsoft.com/office/drawing/2014/main" id="{3D9C6012-FCED-4937-A4AB-8CEEC135A13C}"/>
              </a:ext>
            </a:extLst>
          </p:cNvPr>
          <p:cNvSpPr>
            <a:spLocks noGrp="1"/>
          </p:cNvSpPr>
          <p:nvPr>
            <p:ph type="ftr" idx="11"/>
          </p:nvPr>
        </p:nvSpPr>
        <p:spPr>
          <a:xfrm>
            <a:off x="0" y="6492907"/>
            <a:ext cx="12192000" cy="365093"/>
          </a:xfrm>
          <a:prstGeom prst="rect">
            <a:avLst/>
          </a:prstGeom>
          <a:solidFill>
            <a:srgbClr val="002060"/>
          </a:solidFill>
        </p:spPr>
        <p:txBody>
          <a:bodyPr/>
          <a:lstStyle>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graphicFrame>
        <p:nvGraphicFramePr>
          <p:cNvPr id="5" name="Table 4">
            <a:extLst>
              <a:ext uri="{FF2B5EF4-FFF2-40B4-BE49-F238E27FC236}">
                <a16:creationId xmlns:a16="http://schemas.microsoft.com/office/drawing/2014/main" id="{4CF3A94D-C996-4313-B03D-B0C5436F1D81}"/>
              </a:ext>
            </a:extLst>
          </p:cNvPr>
          <p:cNvGraphicFramePr/>
          <p:nvPr/>
        </p:nvGraphicFramePr>
        <p:xfrm>
          <a:off x="523875" y="1143000"/>
          <a:ext cx="11144250" cy="4831080"/>
        </p:xfrm>
        <a:graphic>
          <a:graphicData uri="http://schemas.openxmlformats.org/drawingml/2006/table">
            <a:tbl>
              <a:tblPr/>
              <a:tblGrid>
                <a:gridCol w="2476500">
                  <a:extLst>
                    <a:ext uri="{9D8B030D-6E8A-4147-A177-3AD203B41FA5}">
                      <a16:colId xmlns:a16="http://schemas.microsoft.com/office/drawing/2014/main" val="20000"/>
                    </a:ext>
                  </a:extLst>
                </a:gridCol>
                <a:gridCol w="4429125">
                  <a:extLst>
                    <a:ext uri="{9D8B030D-6E8A-4147-A177-3AD203B41FA5}">
                      <a16:colId xmlns:a16="http://schemas.microsoft.com/office/drawing/2014/main" val="20001"/>
                    </a:ext>
                  </a:extLst>
                </a:gridCol>
                <a:gridCol w="4238625">
                  <a:extLst>
                    <a:ext uri="{9D8B030D-6E8A-4147-A177-3AD203B41FA5}">
                      <a16:colId xmlns:a16="http://schemas.microsoft.com/office/drawing/2014/main" val="20002"/>
                    </a:ext>
                  </a:extLst>
                </a:gridCol>
              </a:tblGrid>
              <a:tr h="666750">
                <a:tc>
                  <a:txBody>
                    <a:bodyPr/>
                    <a:lstStyle/>
                    <a:p>
                      <a:r>
                        <a:rPr sz="2100" b="1">
                          <a:solidFill>
                            <a:srgbClr val="FFFFFF"/>
                          </a:solidFill>
                          <a:latin typeface="Times New Roman"/>
                          <a:ea typeface="Times New Roman"/>
                          <a:cs typeface="Times New Roman"/>
                        </a:rPr>
                        <a:t>Module</a:t>
                      </a:r>
                    </a:p>
                  </a:txBody>
                  <a:tcPr marL="114300" marR="95250" marT="95250" marB="95250" anchor="ctr">
                    <a:lnL w="9525">
                      <a:solidFill>
                        <a:srgbClr val="CAD2DF"/>
                      </a:solidFill>
                    </a:lnL>
                    <a:lnR w="9525">
                      <a:solidFill>
                        <a:srgbClr val="CAD2DF"/>
                      </a:solidFill>
                    </a:lnR>
                    <a:lnT w="9525">
                      <a:solidFill>
                        <a:srgbClr val="CAD2DF"/>
                      </a:solidFill>
                    </a:lnT>
                    <a:lnB w="9525">
                      <a:solidFill>
                        <a:srgbClr val="CAD2DF"/>
                      </a:solidFill>
                    </a:lnB>
                    <a:solidFill>
                      <a:srgbClr val="002060"/>
                    </a:solidFill>
                  </a:tcPr>
                </a:tc>
                <a:tc>
                  <a:txBody>
                    <a:bodyPr/>
                    <a:lstStyle/>
                    <a:p>
                      <a:r>
                        <a:rPr sz="2100" b="1">
                          <a:solidFill>
                            <a:srgbClr val="FFFFFF"/>
                          </a:solidFill>
                          <a:latin typeface="Times New Roman"/>
                          <a:ea typeface="Times New Roman"/>
                          <a:cs typeface="Times New Roman"/>
                        </a:rPr>
                        <a:t>Current evidence</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a:solidFill>
                        <a:srgbClr val="CAD2DF"/>
                      </a:solidFill>
                    </a:lnT>
                    <a:lnB w="9525">
                      <a:solidFill>
                        <a:srgbClr val="CAD2DF"/>
                      </a:solidFill>
                    </a:lnB>
                    <a:solidFill>
                      <a:srgbClr val="002060"/>
                    </a:solidFill>
                  </a:tcPr>
                </a:tc>
                <a:tc>
                  <a:txBody>
                    <a:bodyPr/>
                    <a:lstStyle/>
                    <a:p>
                      <a:r>
                        <a:rPr sz="2100" b="1">
                          <a:solidFill>
                            <a:srgbClr val="FFFFFF"/>
                          </a:solidFill>
                          <a:latin typeface="Times New Roman"/>
                          <a:ea typeface="Times New Roman"/>
                          <a:cs typeface="Times New Roman"/>
                        </a:rPr>
                        <a:t>Remaining work</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a:solidFill>
                        <a:srgbClr val="CAD2DF"/>
                      </a:solidFill>
                    </a:lnT>
                    <a:lnB w="9525">
                      <a:solidFill>
                        <a:srgbClr val="CAD2DF"/>
                      </a:solidFill>
                    </a:lnB>
                    <a:solidFill>
                      <a:srgbClr val="002060"/>
                    </a:solidFill>
                  </a:tcPr>
                </a:tc>
                <a:extLst>
                  <a:ext uri="{0D108BD9-81ED-4DB2-BD59-A6C34878D82A}">
                    <a16:rowId xmlns:a16="http://schemas.microsoft.com/office/drawing/2014/main" val="10000"/>
                  </a:ext>
                </a:extLst>
              </a:tr>
              <a:tr h="666750">
                <a:tc>
                  <a:txBody>
                    <a:bodyPr/>
                    <a:lstStyle/>
                    <a:p>
                      <a:r>
                        <a:rPr sz="2100" b="0">
                          <a:solidFill>
                            <a:srgbClr val="111111"/>
                          </a:solidFill>
                          <a:latin typeface="Times New Roman"/>
                          <a:ea typeface="Times New Roman"/>
                          <a:cs typeface="Times New Roman"/>
                        </a:rPr>
                        <a:t>ESP32 BLE</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Advertising, encryption, streaming code</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Device validation evidence</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extLst>
                  <a:ext uri="{0D108BD9-81ED-4DB2-BD59-A6C34878D82A}">
                    <a16:rowId xmlns:a16="http://schemas.microsoft.com/office/drawing/2014/main" val="10001"/>
                  </a:ext>
                </a:extLst>
              </a:tr>
              <a:tr h="666750">
                <a:tc>
                  <a:txBody>
                    <a:bodyPr/>
                    <a:lstStyle/>
                    <a:p>
                      <a:r>
                        <a:rPr sz="2100" b="0">
                          <a:solidFill>
                            <a:srgbClr val="111111"/>
                          </a:solidFill>
                          <a:latin typeface="Times New Roman"/>
                          <a:ea typeface="Times New Roman"/>
                          <a:cs typeface="Times New Roman"/>
                        </a:rPr>
                        <a:t>Flutter app</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Scan, connect, display, start/stop</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Gateway persistence and uploads</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extLst>
                  <a:ext uri="{0D108BD9-81ED-4DB2-BD59-A6C34878D82A}">
                    <a16:rowId xmlns:a16="http://schemas.microsoft.com/office/drawing/2014/main" val="10002"/>
                  </a:ext>
                </a:extLst>
              </a:tr>
              <a:tr h="666750">
                <a:tc>
                  <a:txBody>
                    <a:bodyPr/>
                    <a:lstStyle/>
                    <a:p>
                      <a:r>
                        <a:rPr sz="2100" b="0">
                          <a:solidFill>
                            <a:srgbClr val="111111"/>
                          </a:solidFill>
                          <a:latin typeface="Times New Roman"/>
                          <a:ea typeface="Times New Roman"/>
                          <a:cs typeface="Times New Roman"/>
                        </a:rPr>
                        <a:t>Sensors / OLED</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Separate sensor sketches</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Integrate into BLE firmware</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extLst>
                  <a:ext uri="{0D108BD9-81ED-4DB2-BD59-A6C34878D82A}">
                    <a16:rowId xmlns:a16="http://schemas.microsoft.com/office/drawing/2014/main" val="10003"/>
                  </a:ext>
                </a:extLst>
              </a:tr>
              <a:tr h="666750">
                <a:tc>
                  <a:txBody>
                    <a:bodyPr/>
                    <a:lstStyle/>
                    <a:p>
                      <a:r>
                        <a:rPr sz="2100" b="0">
                          <a:solidFill>
                            <a:srgbClr val="111111"/>
                          </a:solidFill>
                          <a:latin typeface="Times New Roman"/>
                          <a:ea typeface="Times New Roman"/>
                          <a:cs typeface="Times New Roman"/>
                        </a:rPr>
                        <a:t>RTOS</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BLE host and simulation tasks</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Full acquisition/display pipeline</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extLst>
                  <a:ext uri="{0D108BD9-81ED-4DB2-BD59-A6C34878D82A}">
                    <a16:rowId xmlns:a16="http://schemas.microsoft.com/office/drawing/2014/main" val="10004"/>
                  </a:ext>
                </a:extLst>
              </a:tr>
              <a:tr h="666750">
                <a:tc>
                  <a:txBody>
                    <a:bodyPr/>
                    <a:lstStyle/>
                    <a:p>
                      <a:r>
                        <a:rPr sz="2100" b="0">
                          <a:solidFill>
                            <a:srgbClr val="111111"/>
                          </a:solidFill>
                          <a:latin typeface="Times New Roman"/>
                          <a:ea typeface="Times New Roman"/>
                          <a:cs typeface="Times New Roman"/>
                        </a:rPr>
                        <a:t>Cloud / Dashboard</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Placeholder component folders</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Implement and integrate</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extLst>
                  <a:ext uri="{0D108BD9-81ED-4DB2-BD59-A6C34878D82A}">
                    <a16:rowId xmlns:a16="http://schemas.microsoft.com/office/drawing/2014/main" val="10005"/>
                  </a:ext>
                </a:extLst>
              </a:tr>
              <a:tr h="666750">
                <a:tc>
                  <a:txBody>
                    <a:bodyPr/>
                    <a:lstStyle/>
                    <a:p>
                      <a:r>
                        <a:rPr sz="2100" b="0">
                          <a:solidFill>
                            <a:srgbClr val="111111"/>
                          </a:solidFill>
                          <a:latin typeface="Times New Roman"/>
                          <a:ea typeface="Times New Roman"/>
                          <a:cs typeface="Times New Roman"/>
                        </a:rPr>
                        <a:t>GPS / ETA / ML</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No implementation found</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Design, implement and evaluate</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extLst>
                  <a:ext uri="{0D108BD9-81ED-4DB2-BD59-A6C34878D82A}">
                    <a16:rowId xmlns:a16="http://schemas.microsoft.com/office/drawing/2014/main" val="10006"/>
                  </a:ext>
                </a:extLst>
              </a:tr>
            </a:tbl>
          </a:graphicData>
        </a:graphic>
      </p:graphicFrame>
      <p:sp>
        <p:nvSpPr>
          <p:cNvPr id="6" name="12">
            <a:extLst>
              <a:ext uri="{FF2B5EF4-FFF2-40B4-BE49-F238E27FC236}">
                <a16:creationId xmlns:a16="http://schemas.microsoft.com/office/drawing/2014/main" id="{B6423052-90BB-4036-A723-2A62F220BAA9}"/>
              </a:ext>
            </a:extLst>
          </p:cNvPr>
          <p:cNvSpPr>
            <a:spLocks noGrp="1"/>
          </p:cNvSpPr>
          <p:nvPr/>
        </p:nvSpPr>
        <p:spPr>
          <a:xfrm>
            <a:off x="11430000" y="6496050"/>
            <a:ext cx="571500" cy="342900"/>
          </a:xfrm>
          <a:prstGeom prst="rect">
            <a:avLst/>
          </a:prstGeom>
          <a:noFill/>
          <a:ln w="0">
            <a:noFill/>
          </a:ln>
        </p:spPr>
        <p:txBody>
          <a:bodyPr lIns="76200" tIns="76200" rIns="76200" bIns="76200" anchor="ctr"/>
          <a:lstStyle>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a:pPr algn="r">
              <a:defRPr sz="1200" b="1">
                <a:solidFill>
                  <a:srgbClr val="FFFFFF"/>
                </a:solidFill>
                <a:latin typeface="Times New Roman"/>
                <a:ea typeface="Times New Roman"/>
                <a:cs typeface="Times New Roman"/>
              </a:defRPr>
            </a:pPr>
            <a:r>
              <a:rPr lang="en-IN" sz="1200" b="1">
                <a:solidFill>
                  <a:srgbClr val="FFFFFF"/>
                </a:solidFill>
                <a:latin typeface="Times New Roman"/>
                <a:ea typeface="Times New Roman"/>
                <a:cs typeface="Times New Roman"/>
              </a:rPr>
              <a:t>12</a:t>
            </a:r>
            <a:endParaRPr sz="1200" b="1">
              <a:solidFill>
                <a:srgbClr val="FFFFFF"/>
              </a:solidFill>
              <a:latin typeface="Times New Roman"/>
              <a:ea typeface="Times New Roman"/>
              <a:cs typeface="Times New Roman"/>
            </a:endParaRPr>
          </a:p>
        </p:txBody>
      </p:sp>
    </p:spTree>
    <p:extLst>
      <p:ext uri="{BB962C8B-B14F-4D97-AF65-F5344CB8AC3E}">
        <p14:creationId xmlns:p14="http://schemas.microsoft.com/office/powerpoint/2010/main" val="17335963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D393A-8365-3C41-2C17-6494BBBD7105}"/>
              </a:ext>
            </a:extLst>
          </p:cNvPr>
          <p:cNvSpPr>
            <a:spLocks noGrp="1"/>
          </p:cNvSpPr>
          <p:nvPr>
            <p:ph type="title"/>
          </p:nvPr>
        </p:nvSpPr>
        <p:spPr>
          <a:xfrm>
            <a:off x="0" y="0"/>
            <a:ext cx="12192000" cy="762000"/>
          </a:xfrm>
          <a:prstGeom prst="rect">
            <a:avLst/>
          </a:prstGeom>
          <a:solidFill>
            <a:srgbClr val="002060"/>
          </a:solidFill>
        </p:spPr>
        <p:txBody>
          <a:bodyPr>
            <a:normAutofit/>
          </a:bodyPr>
          <a:lstStyle>
            <a:defPPr algn="ctr">
              <a:defRPr sz="4050" b="1">
                <a:solidFill>
                  <a:srgbClr val="FFFFFF"/>
                </a:solidFill>
                <a:latin typeface="Times New Roman"/>
                <a:ea typeface="Times New Roman"/>
                <a:cs typeface="Times New Roman"/>
              </a:defRPr>
            </a:defPPr>
            <a:lvl1pPr algn="ctr">
              <a:defRPr sz="4050" b="1">
                <a:solidFill>
                  <a:srgbClr val="FFFFFF"/>
                </a:solidFill>
                <a:latin typeface="Times New Roman"/>
                <a:ea typeface="Times New Roman"/>
                <a:cs typeface="Times New Roman"/>
              </a:defRPr>
            </a:lvl1pPr>
            <a:lvl2pPr algn="ctr">
              <a:defRPr sz="4050" b="1">
                <a:solidFill>
                  <a:srgbClr val="FFFFFF"/>
                </a:solidFill>
                <a:latin typeface="Times New Roman"/>
                <a:ea typeface="Times New Roman"/>
                <a:cs typeface="Times New Roman"/>
              </a:defRPr>
            </a:lvl2pPr>
            <a:lvl3pPr algn="ctr">
              <a:defRPr sz="4050" b="1">
                <a:solidFill>
                  <a:srgbClr val="FFFFFF"/>
                </a:solidFill>
                <a:latin typeface="Times New Roman"/>
                <a:ea typeface="Times New Roman"/>
                <a:cs typeface="Times New Roman"/>
              </a:defRPr>
            </a:lvl3pPr>
            <a:lvl4pPr algn="ctr">
              <a:defRPr sz="4050" b="1">
                <a:solidFill>
                  <a:srgbClr val="FFFFFF"/>
                </a:solidFill>
                <a:latin typeface="Times New Roman"/>
                <a:ea typeface="Times New Roman"/>
                <a:cs typeface="Times New Roman"/>
              </a:defRPr>
            </a:lvl4pPr>
            <a:lvl5pPr algn="ctr">
              <a:defRPr sz="4050" b="1">
                <a:solidFill>
                  <a:srgbClr val="FFFFFF"/>
                </a:solidFill>
                <a:latin typeface="Times New Roman"/>
                <a:ea typeface="Times New Roman"/>
                <a:cs typeface="Times New Roman"/>
              </a:defRPr>
            </a:lvl5pPr>
            <a:lvl6pPr algn="ctr">
              <a:defRPr sz="4050" b="1">
                <a:solidFill>
                  <a:srgbClr val="FFFFFF"/>
                </a:solidFill>
                <a:latin typeface="Times New Roman"/>
                <a:ea typeface="Times New Roman"/>
                <a:cs typeface="Times New Roman"/>
              </a:defRPr>
            </a:lvl6pPr>
            <a:lvl7pPr algn="ctr">
              <a:defRPr sz="4050" b="1">
                <a:solidFill>
                  <a:srgbClr val="FFFFFF"/>
                </a:solidFill>
                <a:latin typeface="Times New Roman"/>
                <a:ea typeface="Times New Roman"/>
                <a:cs typeface="Times New Roman"/>
              </a:defRPr>
            </a:lvl7pPr>
            <a:lvl8pPr algn="ctr">
              <a:defRPr sz="4050" b="1">
                <a:solidFill>
                  <a:srgbClr val="FFFFFF"/>
                </a:solidFill>
                <a:latin typeface="Times New Roman"/>
                <a:ea typeface="Times New Roman"/>
                <a:cs typeface="Times New Roman"/>
              </a:defRPr>
            </a:lvl8pPr>
            <a:lvl9pPr algn="ctr">
              <a:defRPr sz="4050" b="1">
                <a:solidFill>
                  <a:srgbClr val="FFFFFF"/>
                </a:solidFill>
                <a:latin typeface="Times New Roman"/>
                <a:ea typeface="Times New Roman"/>
                <a:cs typeface="Times New Roman"/>
              </a:defRPr>
            </a:lvl9pPr>
          </a:lstStyle>
          <a:p>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Prototype Evidence</a:t>
            </a:r>
          </a:p>
        </p:txBody>
      </p:sp>
      <p:sp>
        <p:nvSpPr>
          <p:cNvPr id="4" name="Footer Placeholder 3">
            <a:extLst>
              <a:ext uri="{FF2B5EF4-FFF2-40B4-BE49-F238E27FC236}">
                <a16:creationId xmlns:a16="http://schemas.microsoft.com/office/drawing/2014/main" id="{3D9C6012-FCED-4937-A4AB-8CEEC135A13C}"/>
              </a:ext>
            </a:extLst>
          </p:cNvPr>
          <p:cNvSpPr>
            <a:spLocks noGrp="1"/>
          </p:cNvSpPr>
          <p:nvPr>
            <p:ph type="ftr" idx="11"/>
          </p:nvPr>
        </p:nvSpPr>
        <p:spPr>
          <a:xfrm>
            <a:off x="0" y="6492907"/>
            <a:ext cx="12192000" cy="365093"/>
          </a:xfrm>
          <a:prstGeom prst="rect">
            <a:avLst/>
          </a:prstGeom>
          <a:solidFill>
            <a:srgbClr val="002060"/>
          </a:solidFill>
        </p:spPr>
        <p:txBody>
          <a:bodyPr/>
          <a:lstStyle>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sp>
        <p:nvSpPr>
          <p:cNvPr id="5" name="Connected and ready">
            <a:extLst>
              <a:ext uri="{FF2B5EF4-FFF2-40B4-BE49-F238E27FC236}">
                <a16:creationId xmlns:a16="http://schemas.microsoft.com/office/drawing/2014/main" id="{20B156C6-6F63-4077-B2B4-93238B036224}"/>
              </a:ext>
            </a:extLst>
          </p:cNvPr>
          <p:cNvSpPr>
            <a:spLocks noGrp="1"/>
          </p:cNvSpPr>
          <p:nvPr/>
        </p:nvSpPr>
        <p:spPr>
          <a:xfrm>
            <a:off x="666750" y="1238250"/>
            <a:ext cx="3048000" cy="571500"/>
          </a:xfrm>
          <a:prstGeom prst="rect">
            <a:avLst/>
          </a:prstGeom>
          <a:noFill/>
          <a:ln w="0">
            <a:noFill/>
          </a:ln>
        </p:spPr>
        <p:txBody>
          <a:bodyPr lIns="76200" tIns="76200" rIns="76200" bIns="76200" anchor="ctr"/>
          <a:lstStyle>
            <a:defPPr algn="ctr">
              <a:defRPr sz="2250" b="1">
                <a:solidFill>
                  <a:srgbClr val="002060"/>
                </a:solidFill>
                <a:latin typeface="Times New Roman"/>
                <a:ea typeface="Times New Roman"/>
                <a:cs typeface="Times New Roman"/>
              </a:defRPr>
            </a:defPPr>
            <a:lvl1pPr algn="ctr">
              <a:defRPr sz="2250" b="1">
                <a:solidFill>
                  <a:srgbClr val="002060"/>
                </a:solidFill>
                <a:latin typeface="Times New Roman"/>
                <a:ea typeface="Times New Roman"/>
                <a:cs typeface="Times New Roman"/>
              </a:defRPr>
            </a:lvl1pPr>
            <a:lvl2pPr algn="ctr">
              <a:defRPr sz="2250" b="1">
                <a:solidFill>
                  <a:srgbClr val="002060"/>
                </a:solidFill>
                <a:latin typeface="Times New Roman"/>
                <a:ea typeface="Times New Roman"/>
                <a:cs typeface="Times New Roman"/>
              </a:defRPr>
            </a:lvl2pPr>
            <a:lvl3pPr algn="ctr">
              <a:defRPr sz="2250" b="1">
                <a:solidFill>
                  <a:srgbClr val="002060"/>
                </a:solidFill>
                <a:latin typeface="Times New Roman"/>
                <a:ea typeface="Times New Roman"/>
                <a:cs typeface="Times New Roman"/>
              </a:defRPr>
            </a:lvl3pPr>
            <a:lvl4pPr algn="ctr">
              <a:defRPr sz="2250" b="1">
                <a:solidFill>
                  <a:srgbClr val="002060"/>
                </a:solidFill>
                <a:latin typeface="Times New Roman"/>
                <a:ea typeface="Times New Roman"/>
                <a:cs typeface="Times New Roman"/>
              </a:defRPr>
            </a:lvl4pPr>
            <a:lvl5pPr algn="ctr">
              <a:defRPr sz="2250" b="1">
                <a:solidFill>
                  <a:srgbClr val="002060"/>
                </a:solidFill>
                <a:latin typeface="Times New Roman"/>
                <a:ea typeface="Times New Roman"/>
                <a:cs typeface="Times New Roman"/>
              </a:defRPr>
            </a:lvl5pPr>
            <a:lvl6pPr algn="ctr">
              <a:defRPr sz="2250" b="1">
                <a:solidFill>
                  <a:srgbClr val="002060"/>
                </a:solidFill>
                <a:latin typeface="Times New Roman"/>
                <a:ea typeface="Times New Roman"/>
                <a:cs typeface="Times New Roman"/>
              </a:defRPr>
            </a:lvl6pPr>
            <a:lvl7pPr algn="ctr">
              <a:defRPr sz="2250" b="1">
                <a:solidFill>
                  <a:srgbClr val="002060"/>
                </a:solidFill>
                <a:latin typeface="Times New Roman"/>
                <a:ea typeface="Times New Roman"/>
                <a:cs typeface="Times New Roman"/>
              </a:defRPr>
            </a:lvl7pPr>
            <a:lvl8pPr algn="ctr">
              <a:defRPr sz="2250" b="1">
                <a:solidFill>
                  <a:srgbClr val="002060"/>
                </a:solidFill>
                <a:latin typeface="Times New Roman"/>
                <a:ea typeface="Times New Roman"/>
                <a:cs typeface="Times New Roman"/>
              </a:defRPr>
            </a:lvl8pPr>
            <a:lvl9pPr algn="ctr">
              <a:defRPr sz="2250" b="1">
                <a:solidFill>
                  <a:srgbClr val="002060"/>
                </a:solidFill>
                <a:latin typeface="Times New Roman"/>
                <a:ea typeface="Times New Roman"/>
                <a:cs typeface="Times New Roman"/>
              </a:defRPr>
            </a:lvl9pPr>
          </a:lstStyle>
          <a:p>
            <a:pPr algn="ctr">
              <a:defRPr sz="2250" b="1">
                <a:solidFill>
                  <a:srgbClr val="002060"/>
                </a:solidFill>
                <a:latin typeface="Times New Roman"/>
                <a:ea typeface="Times New Roman"/>
                <a:cs typeface="Times New Roman"/>
              </a:defRPr>
            </a:pPr>
            <a:r>
              <a:rPr sz="2250" b="1">
                <a:solidFill>
                  <a:srgbClr val="002060"/>
                </a:solidFill>
                <a:latin typeface="Times New Roman"/>
                <a:ea typeface="Times New Roman"/>
                <a:cs typeface="Times New Roman"/>
              </a:rPr>
              <a:t>Connected and ready</a:t>
            </a:r>
          </a:p>
        </p:txBody>
      </p:sp>
      <p:sp>
        <p:nvSpPr>
          <p:cNvPr id="11" name="Use real device captures. Pair the app displa">
            <a:extLst>
              <a:ext uri="{FF2B5EF4-FFF2-40B4-BE49-F238E27FC236}">
                <a16:creationId xmlns:a16="http://schemas.microsoft.com/office/drawing/2014/main" id="{10D4419E-65F8-4AF8-ABFE-000A5A89DE94}"/>
              </a:ext>
            </a:extLst>
          </p:cNvPr>
          <p:cNvSpPr>
            <a:spLocks noGrp="1"/>
          </p:cNvSpPr>
          <p:nvPr/>
        </p:nvSpPr>
        <p:spPr>
          <a:xfrm>
            <a:off x="523875" y="5857875"/>
            <a:ext cx="11144250" cy="419100"/>
          </a:xfrm>
          <a:prstGeom prst="rect">
            <a:avLst/>
          </a:prstGeom>
          <a:noFill/>
          <a:ln w="0">
            <a:noFill/>
          </a:ln>
        </p:spPr>
        <p:txBody>
          <a:bodyPr lIns="76200" tIns="76200" rIns="76200" bIns="76200" anchor="ctr"/>
          <a:lstStyle>
            <a:defPPr algn="l">
              <a:defRPr sz="1875" b="0">
                <a:solidFill>
                  <a:srgbClr val="0070C0"/>
                </a:solidFill>
                <a:latin typeface="Times New Roman"/>
                <a:ea typeface="Times New Roman"/>
                <a:cs typeface="Times New Roman"/>
              </a:defRPr>
            </a:defPPr>
            <a:lvl1pPr algn="l">
              <a:defRPr sz="1875" b="0">
                <a:solidFill>
                  <a:srgbClr val="0070C0"/>
                </a:solidFill>
                <a:latin typeface="Times New Roman"/>
                <a:ea typeface="Times New Roman"/>
                <a:cs typeface="Times New Roman"/>
              </a:defRPr>
            </a:lvl1pPr>
            <a:lvl2pPr algn="l">
              <a:defRPr sz="1875" b="0">
                <a:solidFill>
                  <a:srgbClr val="0070C0"/>
                </a:solidFill>
                <a:latin typeface="Times New Roman"/>
                <a:ea typeface="Times New Roman"/>
                <a:cs typeface="Times New Roman"/>
              </a:defRPr>
            </a:lvl2pPr>
            <a:lvl3pPr algn="l">
              <a:defRPr sz="1875" b="0">
                <a:solidFill>
                  <a:srgbClr val="0070C0"/>
                </a:solidFill>
                <a:latin typeface="Times New Roman"/>
                <a:ea typeface="Times New Roman"/>
                <a:cs typeface="Times New Roman"/>
              </a:defRPr>
            </a:lvl3pPr>
            <a:lvl4pPr algn="l">
              <a:defRPr sz="1875" b="0">
                <a:solidFill>
                  <a:srgbClr val="0070C0"/>
                </a:solidFill>
                <a:latin typeface="Times New Roman"/>
                <a:ea typeface="Times New Roman"/>
                <a:cs typeface="Times New Roman"/>
              </a:defRPr>
            </a:lvl4pPr>
            <a:lvl5pPr algn="l">
              <a:defRPr sz="1875" b="0">
                <a:solidFill>
                  <a:srgbClr val="0070C0"/>
                </a:solidFill>
                <a:latin typeface="Times New Roman"/>
                <a:ea typeface="Times New Roman"/>
                <a:cs typeface="Times New Roman"/>
              </a:defRPr>
            </a:lvl5pPr>
            <a:lvl6pPr algn="l">
              <a:defRPr sz="1875" b="0">
                <a:solidFill>
                  <a:srgbClr val="0070C0"/>
                </a:solidFill>
                <a:latin typeface="Times New Roman"/>
                <a:ea typeface="Times New Roman"/>
                <a:cs typeface="Times New Roman"/>
              </a:defRPr>
            </a:lvl6pPr>
            <a:lvl7pPr algn="l">
              <a:defRPr sz="1875" b="0">
                <a:solidFill>
                  <a:srgbClr val="0070C0"/>
                </a:solidFill>
                <a:latin typeface="Times New Roman"/>
                <a:ea typeface="Times New Roman"/>
                <a:cs typeface="Times New Roman"/>
              </a:defRPr>
            </a:lvl7pPr>
            <a:lvl8pPr algn="l">
              <a:defRPr sz="1875" b="0">
                <a:solidFill>
                  <a:srgbClr val="0070C0"/>
                </a:solidFill>
                <a:latin typeface="Times New Roman"/>
                <a:ea typeface="Times New Roman"/>
                <a:cs typeface="Times New Roman"/>
              </a:defRPr>
            </a:lvl8pPr>
            <a:lvl9pPr algn="l">
              <a:defRPr sz="1875" b="0">
                <a:solidFill>
                  <a:srgbClr val="0070C0"/>
                </a:solidFill>
                <a:latin typeface="Times New Roman"/>
                <a:ea typeface="Times New Roman"/>
                <a:cs typeface="Times New Roman"/>
              </a:defRPr>
            </a:lvl9pPr>
          </a:lstStyle>
          <a:p>
            <a:pPr algn="l">
              <a:defRPr sz="1875" b="0">
                <a:solidFill>
                  <a:srgbClr val="0070C0"/>
                </a:solidFill>
                <a:latin typeface="Times New Roman"/>
                <a:ea typeface="Times New Roman"/>
                <a:cs typeface="Times New Roman"/>
              </a:defRPr>
            </a:pPr>
            <a:endParaRPr sz="1875" b="0" dirty="0">
              <a:solidFill>
                <a:srgbClr val="0070C0"/>
              </a:solidFill>
              <a:latin typeface="Times New Roman"/>
              <a:ea typeface="Times New Roman"/>
              <a:cs typeface="Times New Roman"/>
            </a:endParaRPr>
          </a:p>
        </p:txBody>
      </p:sp>
      <p:sp>
        <p:nvSpPr>
          <p:cNvPr id="12" name="13">
            <a:extLst>
              <a:ext uri="{FF2B5EF4-FFF2-40B4-BE49-F238E27FC236}">
                <a16:creationId xmlns:a16="http://schemas.microsoft.com/office/drawing/2014/main" id="{7B76A915-D870-41E6-BAF2-B5FA79CDAC31}"/>
              </a:ext>
            </a:extLst>
          </p:cNvPr>
          <p:cNvSpPr>
            <a:spLocks noGrp="1"/>
          </p:cNvSpPr>
          <p:nvPr/>
        </p:nvSpPr>
        <p:spPr>
          <a:xfrm>
            <a:off x="11430000" y="6496050"/>
            <a:ext cx="571500" cy="342900"/>
          </a:xfrm>
          <a:prstGeom prst="rect">
            <a:avLst/>
          </a:prstGeom>
          <a:noFill/>
          <a:ln w="0">
            <a:noFill/>
          </a:ln>
        </p:spPr>
        <p:txBody>
          <a:bodyPr lIns="76200" tIns="76200" rIns="76200" bIns="76200" anchor="ctr"/>
          <a:lstStyle>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a:pPr algn="r">
              <a:defRPr sz="1200" b="1">
                <a:solidFill>
                  <a:srgbClr val="FFFFFF"/>
                </a:solidFill>
                <a:latin typeface="Times New Roman"/>
                <a:ea typeface="Times New Roman"/>
                <a:cs typeface="Times New Roman"/>
              </a:defRPr>
            </a:pPr>
            <a:r>
              <a:rPr lang="en-IN" sz="1200" b="1">
                <a:solidFill>
                  <a:srgbClr val="FFFFFF"/>
                </a:solidFill>
                <a:latin typeface="Times New Roman"/>
                <a:ea typeface="Times New Roman"/>
                <a:cs typeface="Times New Roman"/>
              </a:rPr>
              <a:t>13</a:t>
            </a:r>
            <a:endParaRPr sz="1200" b="1">
              <a:solidFill>
                <a:srgbClr val="FFFFFF"/>
              </a:solidFill>
              <a:latin typeface="Times New Roman"/>
              <a:ea typeface="Times New Roman"/>
              <a:cs typeface="Times New Roman"/>
            </a:endParaRPr>
          </a:p>
        </p:txBody>
      </p:sp>
    </p:spTree>
    <p:extLst>
      <p:ext uri="{BB962C8B-B14F-4D97-AF65-F5344CB8AC3E}">
        <p14:creationId xmlns:p14="http://schemas.microsoft.com/office/powerpoint/2010/main" val="17335963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1A41E0-43D1-4EB5-05B3-131B7942CA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C18039-CE3F-5D31-47D1-81032C3D345E}"/>
              </a:ext>
            </a:extLst>
          </p:cNvPr>
          <p:cNvSpPr>
            <a:spLocks noGrp="1"/>
          </p:cNvSpPr>
          <p:nvPr>
            <p:ph type="title"/>
          </p:nvPr>
        </p:nvSpPr>
        <p:spPr>
          <a:xfrm>
            <a:off x="0" y="0"/>
            <a:ext cx="12192000" cy="762000"/>
          </a:xfrm>
          <a:prstGeom prst="rect">
            <a:avLst/>
          </a:prstGeom>
          <a:solidFill>
            <a:srgbClr val="002060"/>
          </a:solidFill>
        </p:spPr>
        <p:txBody>
          <a:bodyPr>
            <a:normAutofit/>
          </a:bodyPr>
          <a:lstStyle>
            <a:defPPr algn="ctr">
              <a:defRPr sz="4050" b="1">
                <a:solidFill>
                  <a:srgbClr val="FFFFFF"/>
                </a:solidFill>
                <a:latin typeface="Times New Roman"/>
                <a:ea typeface="Times New Roman"/>
                <a:cs typeface="Times New Roman"/>
              </a:defRPr>
            </a:defPPr>
            <a:lvl1pPr algn="ctr">
              <a:defRPr sz="4050" b="1">
                <a:solidFill>
                  <a:srgbClr val="FFFFFF"/>
                </a:solidFill>
                <a:latin typeface="Times New Roman"/>
                <a:ea typeface="Times New Roman"/>
                <a:cs typeface="Times New Roman"/>
              </a:defRPr>
            </a:lvl1pPr>
            <a:lvl2pPr algn="ctr">
              <a:defRPr sz="4050" b="1">
                <a:solidFill>
                  <a:srgbClr val="FFFFFF"/>
                </a:solidFill>
                <a:latin typeface="Times New Roman"/>
                <a:ea typeface="Times New Roman"/>
                <a:cs typeface="Times New Roman"/>
              </a:defRPr>
            </a:lvl2pPr>
            <a:lvl3pPr algn="ctr">
              <a:defRPr sz="4050" b="1">
                <a:solidFill>
                  <a:srgbClr val="FFFFFF"/>
                </a:solidFill>
                <a:latin typeface="Times New Roman"/>
                <a:ea typeface="Times New Roman"/>
                <a:cs typeface="Times New Roman"/>
              </a:defRPr>
            </a:lvl3pPr>
            <a:lvl4pPr algn="ctr">
              <a:defRPr sz="4050" b="1">
                <a:solidFill>
                  <a:srgbClr val="FFFFFF"/>
                </a:solidFill>
                <a:latin typeface="Times New Roman"/>
                <a:ea typeface="Times New Roman"/>
                <a:cs typeface="Times New Roman"/>
              </a:defRPr>
            </a:lvl4pPr>
            <a:lvl5pPr algn="ctr">
              <a:defRPr sz="4050" b="1">
                <a:solidFill>
                  <a:srgbClr val="FFFFFF"/>
                </a:solidFill>
                <a:latin typeface="Times New Roman"/>
                <a:ea typeface="Times New Roman"/>
                <a:cs typeface="Times New Roman"/>
              </a:defRPr>
            </a:lvl5pPr>
            <a:lvl6pPr algn="ctr">
              <a:defRPr sz="4050" b="1">
                <a:solidFill>
                  <a:srgbClr val="FFFFFF"/>
                </a:solidFill>
                <a:latin typeface="Times New Roman"/>
                <a:ea typeface="Times New Roman"/>
                <a:cs typeface="Times New Roman"/>
              </a:defRPr>
            </a:lvl6pPr>
            <a:lvl7pPr algn="ctr">
              <a:defRPr sz="4050" b="1">
                <a:solidFill>
                  <a:srgbClr val="FFFFFF"/>
                </a:solidFill>
                <a:latin typeface="Times New Roman"/>
                <a:ea typeface="Times New Roman"/>
                <a:cs typeface="Times New Roman"/>
              </a:defRPr>
            </a:lvl7pPr>
            <a:lvl8pPr algn="ctr">
              <a:defRPr sz="4050" b="1">
                <a:solidFill>
                  <a:srgbClr val="FFFFFF"/>
                </a:solidFill>
                <a:latin typeface="Times New Roman"/>
                <a:ea typeface="Times New Roman"/>
                <a:cs typeface="Times New Roman"/>
              </a:defRPr>
            </a:lvl8pPr>
            <a:lvl9pPr algn="ctr">
              <a:defRPr sz="4050" b="1">
                <a:solidFill>
                  <a:srgbClr val="FFFFFF"/>
                </a:solidFill>
                <a:latin typeface="Times New Roman"/>
                <a:ea typeface="Times New Roman"/>
                <a:cs typeface="Times New Roman"/>
              </a:defRPr>
            </a:lvl9pPr>
          </a:lstStyle>
          <a:p>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Prototype Evidence</a:t>
            </a:r>
          </a:p>
        </p:txBody>
      </p:sp>
      <p:sp>
        <p:nvSpPr>
          <p:cNvPr id="4" name="Footer Placeholder 3">
            <a:extLst>
              <a:ext uri="{FF2B5EF4-FFF2-40B4-BE49-F238E27FC236}">
                <a16:creationId xmlns:a16="http://schemas.microsoft.com/office/drawing/2014/main" id="{703ABF20-4077-C004-EA78-EA0362C0EC0A}"/>
              </a:ext>
            </a:extLst>
          </p:cNvPr>
          <p:cNvSpPr>
            <a:spLocks noGrp="1"/>
          </p:cNvSpPr>
          <p:nvPr>
            <p:ph type="ftr" idx="11"/>
          </p:nvPr>
        </p:nvSpPr>
        <p:spPr>
          <a:xfrm>
            <a:off x="0" y="6492907"/>
            <a:ext cx="12192000" cy="365093"/>
          </a:xfrm>
          <a:prstGeom prst="rect">
            <a:avLst/>
          </a:prstGeom>
          <a:solidFill>
            <a:srgbClr val="002060"/>
          </a:solidFill>
        </p:spPr>
        <p:txBody>
          <a:bodyPr/>
          <a:lstStyle>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sp>
        <p:nvSpPr>
          <p:cNvPr id="5" name="Connected and ready">
            <a:extLst>
              <a:ext uri="{FF2B5EF4-FFF2-40B4-BE49-F238E27FC236}">
                <a16:creationId xmlns:a16="http://schemas.microsoft.com/office/drawing/2014/main" id="{112DCB65-BAD5-923B-B142-39135B68F746}"/>
              </a:ext>
            </a:extLst>
          </p:cNvPr>
          <p:cNvSpPr>
            <a:spLocks noGrp="1"/>
          </p:cNvSpPr>
          <p:nvPr/>
        </p:nvSpPr>
        <p:spPr>
          <a:xfrm>
            <a:off x="666750" y="1238250"/>
            <a:ext cx="3048000" cy="571500"/>
          </a:xfrm>
          <a:prstGeom prst="rect">
            <a:avLst/>
          </a:prstGeom>
          <a:noFill/>
          <a:ln w="0">
            <a:noFill/>
          </a:ln>
        </p:spPr>
        <p:txBody>
          <a:bodyPr lIns="76200" tIns="76200" rIns="76200" bIns="76200" anchor="ctr"/>
          <a:lstStyle>
            <a:defPPr algn="ctr">
              <a:defRPr sz="2250" b="1">
                <a:solidFill>
                  <a:srgbClr val="002060"/>
                </a:solidFill>
                <a:latin typeface="Times New Roman"/>
                <a:ea typeface="Times New Roman"/>
                <a:cs typeface="Times New Roman"/>
              </a:defRPr>
            </a:defPPr>
            <a:lvl1pPr algn="ctr">
              <a:defRPr sz="2250" b="1">
                <a:solidFill>
                  <a:srgbClr val="002060"/>
                </a:solidFill>
                <a:latin typeface="Times New Roman"/>
                <a:ea typeface="Times New Roman"/>
                <a:cs typeface="Times New Roman"/>
              </a:defRPr>
            </a:lvl1pPr>
            <a:lvl2pPr algn="ctr">
              <a:defRPr sz="2250" b="1">
                <a:solidFill>
                  <a:srgbClr val="002060"/>
                </a:solidFill>
                <a:latin typeface="Times New Roman"/>
                <a:ea typeface="Times New Roman"/>
                <a:cs typeface="Times New Roman"/>
              </a:defRPr>
            </a:lvl2pPr>
            <a:lvl3pPr algn="ctr">
              <a:defRPr sz="2250" b="1">
                <a:solidFill>
                  <a:srgbClr val="002060"/>
                </a:solidFill>
                <a:latin typeface="Times New Roman"/>
                <a:ea typeface="Times New Roman"/>
                <a:cs typeface="Times New Roman"/>
              </a:defRPr>
            </a:lvl3pPr>
            <a:lvl4pPr algn="ctr">
              <a:defRPr sz="2250" b="1">
                <a:solidFill>
                  <a:srgbClr val="002060"/>
                </a:solidFill>
                <a:latin typeface="Times New Roman"/>
                <a:ea typeface="Times New Roman"/>
                <a:cs typeface="Times New Roman"/>
              </a:defRPr>
            </a:lvl4pPr>
            <a:lvl5pPr algn="ctr">
              <a:defRPr sz="2250" b="1">
                <a:solidFill>
                  <a:srgbClr val="002060"/>
                </a:solidFill>
                <a:latin typeface="Times New Roman"/>
                <a:ea typeface="Times New Roman"/>
                <a:cs typeface="Times New Roman"/>
              </a:defRPr>
            </a:lvl5pPr>
            <a:lvl6pPr algn="ctr">
              <a:defRPr sz="2250" b="1">
                <a:solidFill>
                  <a:srgbClr val="002060"/>
                </a:solidFill>
                <a:latin typeface="Times New Roman"/>
                <a:ea typeface="Times New Roman"/>
                <a:cs typeface="Times New Roman"/>
              </a:defRPr>
            </a:lvl6pPr>
            <a:lvl7pPr algn="ctr">
              <a:defRPr sz="2250" b="1">
                <a:solidFill>
                  <a:srgbClr val="002060"/>
                </a:solidFill>
                <a:latin typeface="Times New Roman"/>
                <a:ea typeface="Times New Roman"/>
                <a:cs typeface="Times New Roman"/>
              </a:defRPr>
            </a:lvl7pPr>
            <a:lvl8pPr algn="ctr">
              <a:defRPr sz="2250" b="1">
                <a:solidFill>
                  <a:srgbClr val="002060"/>
                </a:solidFill>
                <a:latin typeface="Times New Roman"/>
                <a:ea typeface="Times New Roman"/>
                <a:cs typeface="Times New Roman"/>
              </a:defRPr>
            </a:lvl8pPr>
            <a:lvl9pPr algn="ctr">
              <a:defRPr sz="2250" b="1">
                <a:solidFill>
                  <a:srgbClr val="002060"/>
                </a:solidFill>
                <a:latin typeface="Times New Roman"/>
                <a:ea typeface="Times New Roman"/>
                <a:cs typeface="Times New Roman"/>
              </a:defRPr>
            </a:lvl9pPr>
          </a:lstStyle>
          <a:p>
            <a:pPr algn="ctr">
              <a:defRPr sz="2250" b="1">
                <a:solidFill>
                  <a:srgbClr val="002060"/>
                </a:solidFill>
                <a:latin typeface="Times New Roman"/>
                <a:ea typeface="Times New Roman"/>
                <a:cs typeface="Times New Roman"/>
              </a:defRPr>
            </a:pPr>
            <a:r>
              <a:rPr sz="2250" b="1">
                <a:solidFill>
                  <a:srgbClr val="002060"/>
                </a:solidFill>
                <a:latin typeface="Times New Roman"/>
                <a:ea typeface="Times New Roman"/>
                <a:cs typeface="Times New Roman"/>
              </a:rPr>
              <a:t>Connected and ready</a:t>
            </a:r>
          </a:p>
        </p:txBody>
      </p:sp>
      <p:sp>
        <p:nvSpPr>
          <p:cNvPr id="6" name="Screenshot pending">
            <a:extLst>
              <a:ext uri="{FF2B5EF4-FFF2-40B4-BE49-F238E27FC236}">
                <a16:creationId xmlns:a16="http://schemas.microsoft.com/office/drawing/2014/main" id="{A818A6BD-A4AD-3B7F-84CC-E45C5CF0AF38}"/>
              </a:ext>
            </a:extLst>
          </p:cNvPr>
          <p:cNvSpPr>
            <a:spLocks noGrp="1"/>
          </p:cNvSpPr>
          <p:nvPr/>
        </p:nvSpPr>
        <p:spPr>
          <a:xfrm>
            <a:off x="857250" y="2047875"/>
            <a:ext cx="2667000" cy="3048000"/>
          </a:xfrm>
          <a:prstGeom prst="rect">
            <a:avLst/>
          </a:prstGeom>
          <a:solidFill>
            <a:srgbClr val="F6F6F6"/>
          </a:solidFill>
          <a:ln w="14288">
            <a:solidFill>
              <a:srgbClr val="AAB4C4"/>
            </a:solidFill>
          </a:ln>
        </p:spPr>
        <p:txBody>
          <a:bodyPr lIns="76200" tIns="76200" rIns="76200" bIns="76200" anchor="ctr"/>
          <a:lstStyle>
            <a:defPPr algn="ctr">
              <a:defRPr sz="2175" b="0">
                <a:solidFill>
                  <a:srgbClr val="666666"/>
                </a:solidFill>
                <a:latin typeface="Times New Roman"/>
                <a:ea typeface="Times New Roman"/>
                <a:cs typeface="Times New Roman"/>
              </a:defRPr>
            </a:defPPr>
            <a:lvl1pPr algn="ctr">
              <a:defRPr sz="2175" b="0">
                <a:solidFill>
                  <a:srgbClr val="666666"/>
                </a:solidFill>
                <a:latin typeface="Times New Roman"/>
                <a:ea typeface="Times New Roman"/>
                <a:cs typeface="Times New Roman"/>
              </a:defRPr>
            </a:lvl1pPr>
            <a:lvl2pPr algn="ctr">
              <a:defRPr sz="2175" b="0">
                <a:solidFill>
                  <a:srgbClr val="666666"/>
                </a:solidFill>
                <a:latin typeface="Times New Roman"/>
                <a:ea typeface="Times New Roman"/>
                <a:cs typeface="Times New Roman"/>
              </a:defRPr>
            </a:lvl2pPr>
            <a:lvl3pPr algn="ctr">
              <a:defRPr sz="2175" b="0">
                <a:solidFill>
                  <a:srgbClr val="666666"/>
                </a:solidFill>
                <a:latin typeface="Times New Roman"/>
                <a:ea typeface="Times New Roman"/>
                <a:cs typeface="Times New Roman"/>
              </a:defRPr>
            </a:lvl3pPr>
            <a:lvl4pPr algn="ctr">
              <a:defRPr sz="2175" b="0">
                <a:solidFill>
                  <a:srgbClr val="666666"/>
                </a:solidFill>
                <a:latin typeface="Times New Roman"/>
                <a:ea typeface="Times New Roman"/>
                <a:cs typeface="Times New Roman"/>
              </a:defRPr>
            </a:lvl4pPr>
            <a:lvl5pPr algn="ctr">
              <a:defRPr sz="2175" b="0">
                <a:solidFill>
                  <a:srgbClr val="666666"/>
                </a:solidFill>
                <a:latin typeface="Times New Roman"/>
                <a:ea typeface="Times New Roman"/>
                <a:cs typeface="Times New Roman"/>
              </a:defRPr>
            </a:lvl5pPr>
            <a:lvl6pPr algn="ctr">
              <a:defRPr sz="2175" b="0">
                <a:solidFill>
                  <a:srgbClr val="666666"/>
                </a:solidFill>
                <a:latin typeface="Times New Roman"/>
                <a:ea typeface="Times New Roman"/>
                <a:cs typeface="Times New Roman"/>
              </a:defRPr>
            </a:lvl6pPr>
            <a:lvl7pPr algn="ctr">
              <a:defRPr sz="2175" b="0">
                <a:solidFill>
                  <a:srgbClr val="666666"/>
                </a:solidFill>
                <a:latin typeface="Times New Roman"/>
                <a:ea typeface="Times New Roman"/>
                <a:cs typeface="Times New Roman"/>
              </a:defRPr>
            </a:lvl7pPr>
            <a:lvl8pPr algn="ctr">
              <a:defRPr sz="2175" b="0">
                <a:solidFill>
                  <a:srgbClr val="666666"/>
                </a:solidFill>
                <a:latin typeface="Times New Roman"/>
                <a:ea typeface="Times New Roman"/>
                <a:cs typeface="Times New Roman"/>
              </a:defRPr>
            </a:lvl8pPr>
            <a:lvl9pPr algn="ctr">
              <a:defRPr sz="2175" b="0">
                <a:solidFill>
                  <a:srgbClr val="666666"/>
                </a:solidFill>
                <a:latin typeface="Times New Roman"/>
                <a:ea typeface="Times New Roman"/>
                <a:cs typeface="Times New Roman"/>
              </a:defRPr>
            </a:lvl9pPr>
          </a:lstStyle>
          <a:p>
            <a:pPr algn="ctr">
              <a:defRPr sz="2175" b="0">
                <a:solidFill>
                  <a:srgbClr val="666666"/>
                </a:solidFill>
                <a:latin typeface="Times New Roman"/>
                <a:ea typeface="Times New Roman"/>
                <a:cs typeface="Times New Roman"/>
              </a:defRPr>
            </a:pPr>
            <a:r>
              <a:rPr sz="2175" b="0">
                <a:solidFill>
                  <a:srgbClr val="666666"/>
                </a:solidFill>
                <a:latin typeface="Times New Roman"/>
                <a:ea typeface="Times New Roman"/>
                <a:cs typeface="Times New Roman"/>
              </a:rPr>
              <a:t>Screenshot pending</a:t>
            </a:r>
          </a:p>
        </p:txBody>
      </p:sp>
      <p:sp>
        <p:nvSpPr>
          <p:cNvPr id="7" name="Simulated vitals streaming">
            <a:extLst>
              <a:ext uri="{FF2B5EF4-FFF2-40B4-BE49-F238E27FC236}">
                <a16:creationId xmlns:a16="http://schemas.microsoft.com/office/drawing/2014/main" id="{DD732C11-C9ED-DF11-34F2-9FAACCE6D6CA}"/>
              </a:ext>
            </a:extLst>
          </p:cNvPr>
          <p:cNvSpPr>
            <a:spLocks noGrp="1"/>
          </p:cNvSpPr>
          <p:nvPr/>
        </p:nvSpPr>
        <p:spPr>
          <a:xfrm>
            <a:off x="4572000" y="1238250"/>
            <a:ext cx="3048000" cy="571500"/>
          </a:xfrm>
          <a:prstGeom prst="rect">
            <a:avLst/>
          </a:prstGeom>
          <a:noFill/>
          <a:ln w="0">
            <a:noFill/>
          </a:ln>
        </p:spPr>
        <p:txBody>
          <a:bodyPr lIns="76200" tIns="76200" rIns="76200" bIns="76200" anchor="ctr"/>
          <a:lstStyle>
            <a:defPPr algn="ctr">
              <a:defRPr sz="2250" b="1">
                <a:solidFill>
                  <a:srgbClr val="002060"/>
                </a:solidFill>
                <a:latin typeface="Times New Roman"/>
                <a:ea typeface="Times New Roman"/>
                <a:cs typeface="Times New Roman"/>
              </a:defRPr>
            </a:defPPr>
            <a:lvl1pPr algn="ctr">
              <a:defRPr sz="2250" b="1">
                <a:solidFill>
                  <a:srgbClr val="002060"/>
                </a:solidFill>
                <a:latin typeface="Times New Roman"/>
                <a:ea typeface="Times New Roman"/>
                <a:cs typeface="Times New Roman"/>
              </a:defRPr>
            </a:lvl1pPr>
            <a:lvl2pPr algn="ctr">
              <a:defRPr sz="2250" b="1">
                <a:solidFill>
                  <a:srgbClr val="002060"/>
                </a:solidFill>
                <a:latin typeface="Times New Roman"/>
                <a:ea typeface="Times New Roman"/>
                <a:cs typeface="Times New Roman"/>
              </a:defRPr>
            </a:lvl2pPr>
            <a:lvl3pPr algn="ctr">
              <a:defRPr sz="2250" b="1">
                <a:solidFill>
                  <a:srgbClr val="002060"/>
                </a:solidFill>
                <a:latin typeface="Times New Roman"/>
                <a:ea typeface="Times New Roman"/>
                <a:cs typeface="Times New Roman"/>
              </a:defRPr>
            </a:lvl3pPr>
            <a:lvl4pPr algn="ctr">
              <a:defRPr sz="2250" b="1">
                <a:solidFill>
                  <a:srgbClr val="002060"/>
                </a:solidFill>
                <a:latin typeface="Times New Roman"/>
                <a:ea typeface="Times New Roman"/>
                <a:cs typeface="Times New Roman"/>
              </a:defRPr>
            </a:lvl4pPr>
            <a:lvl5pPr algn="ctr">
              <a:defRPr sz="2250" b="1">
                <a:solidFill>
                  <a:srgbClr val="002060"/>
                </a:solidFill>
                <a:latin typeface="Times New Roman"/>
                <a:ea typeface="Times New Roman"/>
                <a:cs typeface="Times New Roman"/>
              </a:defRPr>
            </a:lvl5pPr>
            <a:lvl6pPr algn="ctr">
              <a:defRPr sz="2250" b="1">
                <a:solidFill>
                  <a:srgbClr val="002060"/>
                </a:solidFill>
                <a:latin typeface="Times New Roman"/>
                <a:ea typeface="Times New Roman"/>
                <a:cs typeface="Times New Roman"/>
              </a:defRPr>
            </a:lvl6pPr>
            <a:lvl7pPr algn="ctr">
              <a:defRPr sz="2250" b="1">
                <a:solidFill>
                  <a:srgbClr val="002060"/>
                </a:solidFill>
                <a:latin typeface="Times New Roman"/>
                <a:ea typeface="Times New Roman"/>
                <a:cs typeface="Times New Roman"/>
              </a:defRPr>
            </a:lvl7pPr>
            <a:lvl8pPr algn="ctr">
              <a:defRPr sz="2250" b="1">
                <a:solidFill>
                  <a:srgbClr val="002060"/>
                </a:solidFill>
                <a:latin typeface="Times New Roman"/>
                <a:ea typeface="Times New Roman"/>
                <a:cs typeface="Times New Roman"/>
              </a:defRPr>
            </a:lvl8pPr>
            <a:lvl9pPr algn="ctr">
              <a:defRPr sz="2250" b="1">
                <a:solidFill>
                  <a:srgbClr val="002060"/>
                </a:solidFill>
                <a:latin typeface="Times New Roman"/>
                <a:ea typeface="Times New Roman"/>
                <a:cs typeface="Times New Roman"/>
              </a:defRPr>
            </a:lvl9pPr>
          </a:lstStyle>
          <a:p>
            <a:pPr algn="ctr">
              <a:defRPr sz="2250" b="1">
                <a:solidFill>
                  <a:srgbClr val="002060"/>
                </a:solidFill>
                <a:latin typeface="Times New Roman"/>
                <a:ea typeface="Times New Roman"/>
                <a:cs typeface="Times New Roman"/>
              </a:defRPr>
            </a:pPr>
            <a:r>
              <a:rPr sz="2250" b="1">
                <a:solidFill>
                  <a:srgbClr val="002060"/>
                </a:solidFill>
                <a:latin typeface="Times New Roman"/>
                <a:ea typeface="Times New Roman"/>
                <a:cs typeface="Times New Roman"/>
              </a:rPr>
              <a:t>Simulated vitals streaming</a:t>
            </a:r>
          </a:p>
        </p:txBody>
      </p:sp>
      <p:sp>
        <p:nvSpPr>
          <p:cNvPr id="8" name="Screenshot pending">
            <a:extLst>
              <a:ext uri="{FF2B5EF4-FFF2-40B4-BE49-F238E27FC236}">
                <a16:creationId xmlns:a16="http://schemas.microsoft.com/office/drawing/2014/main" id="{A647C3A9-35D0-D63F-5016-1819F9FCFDA5}"/>
              </a:ext>
            </a:extLst>
          </p:cNvPr>
          <p:cNvSpPr>
            <a:spLocks noGrp="1"/>
          </p:cNvSpPr>
          <p:nvPr/>
        </p:nvSpPr>
        <p:spPr>
          <a:xfrm>
            <a:off x="4762500" y="2047875"/>
            <a:ext cx="2667000" cy="3048000"/>
          </a:xfrm>
          <a:prstGeom prst="rect">
            <a:avLst/>
          </a:prstGeom>
          <a:solidFill>
            <a:srgbClr val="F6F6F6"/>
          </a:solidFill>
          <a:ln w="14288">
            <a:solidFill>
              <a:srgbClr val="AAB4C4"/>
            </a:solidFill>
          </a:ln>
        </p:spPr>
        <p:txBody>
          <a:bodyPr lIns="76200" tIns="76200" rIns="76200" bIns="76200" anchor="ctr"/>
          <a:lstStyle>
            <a:defPPr algn="ctr">
              <a:defRPr sz="2175" b="0">
                <a:solidFill>
                  <a:srgbClr val="666666"/>
                </a:solidFill>
                <a:latin typeface="Times New Roman"/>
                <a:ea typeface="Times New Roman"/>
                <a:cs typeface="Times New Roman"/>
              </a:defRPr>
            </a:defPPr>
            <a:lvl1pPr algn="ctr">
              <a:defRPr sz="2175" b="0">
                <a:solidFill>
                  <a:srgbClr val="666666"/>
                </a:solidFill>
                <a:latin typeface="Times New Roman"/>
                <a:ea typeface="Times New Roman"/>
                <a:cs typeface="Times New Roman"/>
              </a:defRPr>
            </a:lvl1pPr>
            <a:lvl2pPr algn="ctr">
              <a:defRPr sz="2175" b="0">
                <a:solidFill>
                  <a:srgbClr val="666666"/>
                </a:solidFill>
                <a:latin typeface="Times New Roman"/>
                <a:ea typeface="Times New Roman"/>
                <a:cs typeface="Times New Roman"/>
              </a:defRPr>
            </a:lvl2pPr>
            <a:lvl3pPr algn="ctr">
              <a:defRPr sz="2175" b="0">
                <a:solidFill>
                  <a:srgbClr val="666666"/>
                </a:solidFill>
                <a:latin typeface="Times New Roman"/>
                <a:ea typeface="Times New Roman"/>
                <a:cs typeface="Times New Roman"/>
              </a:defRPr>
            </a:lvl3pPr>
            <a:lvl4pPr algn="ctr">
              <a:defRPr sz="2175" b="0">
                <a:solidFill>
                  <a:srgbClr val="666666"/>
                </a:solidFill>
                <a:latin typeface="Times New Roman"/>
                <a:ea typeface="Times New Roman"/>
                <a:cs typeface="Times New Roman"/>
              </a:defRPr>
            </a:lvl4pPr>
            <a:lvl5pPr algn="ctr">
              <a:defRPr sz="2175" b="0">
                <a:solidFill>
                  <a:srgbClr val="666666"/>
                </a:solidFill>
                <a:latin typeface="Times New Roman"/>
                <a:ea typeface="Times New Roman"/>
                <a:cs typeface="Times New Roman"/>
              </a:defRPr>
            </a:lvl5pPr>
            <a:lvl6pPr algn="ctr">
              <a:defRPr sz="2175" b="0">
                <a:solidFill>
                  <a:srgbClr val="666666"/>
                </a:solidFill>
                <a:latin typeface="Times New Roman"/>
                <a:ea typeface="Times New Roman"/>
                <a:cs typeface="Times New Roman"/>
              </a:defRPr>
            </a:lvl6pPr>
            <a:lvl7pPr algn="ctr">
              <a:defRPr sz="2175" b="0">
                <a:solidFill>
                  <a:srgbClr val="666666"/>
                </a:solidFill>
                <a:latin typeface="Times New Roman"/>
                <a:ea typeface="Times New Roman"/>
                <a:cs typeface="Times New Roman"/>
              </a:defRPr>
            </a:lvl7pPr>
            <a:lvl8pPr algn="ctr">
              <a:defRPr sz="2175" b="0">
                <a:solidFill>
                  <a:srgbClr val="666666"/>
                </a:solidFill>
                <a:latin typeface="Times New Roman"/>
                <a:ea typeface="Times New Roman"/>
                <a:cs typeface="Times New Roman"/>
              </a:defRPr>
            </a:lvl8pPr>
            <a:lvl9pPr algn="ctr">
              <a:defRPr sz="2175" b="0">
                <a:solidFill>
                  <a:srgbClr val="666666"/>
                </a:solidFill>
                <a:latin typeface="Times New Roman"/>
                <a:ea typeface="Times New Roman"/>
                <a:cs typeface="Times New Roman"/>
              </a:defRPr>
            </a:lvl9pPr>
          </a:lstStyle>
          <a:p>
            <a:pPr algn="ctr">
              <a:defRPr sz="2175" b="0">
                <a:solidFill>
                  <a:srgbClr val="666666"/>
                </a:solidFill>
                <a:latin typeface="Times New Roman"/>
                <a:ea typeface="Times New Roman"/>
                <a:cs typeface="Times New Roman"/>
              </a:defRPr>
            </a:pPr>
            <a:r>
              <a:rPr sz="2175" b="0">
                <a:solidFill>
                  <a:srgbClr val="666666"/>
                </a:solidFill>
                <a:latin typeface="Times New Roman"/>
                <a:ea typeface="Times New Roman"/>
                <a:cs typeface="Times New Roman"/>
              </a:rPr>
              <a:t>Screenshot pending</a:t>
            </a:r>
          </a:p>
        </p:txBody>
      </p:sp>
      <p:sp>
        <p:nvSpPr>
          <p:cNvPr id="9" name="Stopped or reconnected">
            <a:extLst>
              <a:ext uri="{FF2B5EF4-FFF2-40B4-BE49-F238E27FC236}">
                <a16:creationId xmlns:a16="http://schemas.microsoft.com/office/drawing/2014/main" id="{2C958E9D-A671-B7C0-0DC1-873F58585BD9}"/>
              </a:ext>
            </a:extLst>
          </p:cNvPr>
          <p:cNvSpPr>
            <a:spLocks noGrp="1"/>
          </p:cNvSpPr>
          <p:nvPr/>
        </p:nvSpPr>
        <p:spPr>
          <a:xfrm>
            <a:off x="8477250" y="1238250"/>
            <a:ext cx="3048000" cy="571500"/>
          </a:xfrm>
          <a:prstGeom prst="rect">
            <a:avLst/>
          </a:prstGeom>
          <a:noFill/>
          <a:ln w="0">
            <a:noFill/>
          </a:ln>
        </p:spPr>
        <p:txBody>
          <a:bodyPr lIns="76200" tIns="76200" rIns="76200" bIns="76200" anchor="ctr"/>
          <a:lstStyle>
            <a:defPPr algn="ctr">
              <a:defRPr sz="2250" b="1">
                <a:solidFill>
                  <a:srgbClr val="002060"/>
                </a:solidFill>
                <a:latin typeface="Times New Roman"/>
                <a:ea typeface="Times New Roman"/>
                <a:cs typeface="Times New Roman"/>
              </a:defRPr>
            </a:defPPr>
            <a:lvl1pPr algn="ctr">
              <a:defRPr sz="2250" b="1">
                <a:solidFill>
                  <a:srgbClr val="002060"/>
                </a:solidFill>
                <a:latin typeface="Times New Roman"/>
                <a:ea typeface="Times New Roman"/>
                <a:cs typeface="Times New Roman"/>
              </a:defRPr>
            </a:lvl1pPr>
            <a:lvl2pPr algn="ctr">
              <a:defRPr sz="2250" b="1">
                <a:solidFill>
                  <a:srgbClr val="002060"/>
                </a:solidFill>
                <a:latin typeface="Times New Roman"/>
                <a:ea typeface="Times New Roman"/>
                <a:cs typeface="Times New Roman"/>
              </a:defRPr>
            </a:lvl2pPr>
            <a:lvl3pPr algn="ctr">
              <a:defRPr sz="2250" b="1">
                <a:solidFill>
                  <a:srgbClr val="002060"/>
                </a:solidFill>
                <a:latin typeface="Times New Roman"/>
                <a:ea typeface="Times New Roman"/>
                <a:cs typeface="Times New Roman"/>
              </a:defRPr>
            </a:lvl3pPr>
            <a:lvl4pPr algn="ctr">
              <a:defRPr sz="2250" b="1">
                <a:solidFill>
                  <a:srgbClr val="002060"/>
                </a:solidFill>
                <a:latin typeface="Times New Roman"/>
                <a:ea typeface="Times New Roman"/>
                <a:cs typeface="Times New Roman"/>
              </a:defRPr>
            </a:lvl4pPr>
            <a:lvl5pPr algn="ctr">
              <a:defRPr sz="2250" b="1">
                <a:solidFill>
                  <a:srgbClr val="002060"/>
                </a:solidFill>
                <a:latin typeface="Times New Roman"/>
                <a:ea typeface="Times New Roman"/>
                <a:cs typeface="Times New Roman"/>
              </a:defRPr>
            </a:lvl5pPr>
            <a:lvl6pPr algn="ctr">
              <a:defRPr sz="2250" b="1">
                <a:solidFill>
                  <a:srgbClr val="002060"/>
                </a:solidFill>
                <a:latin typeface="Times New Roman"/>
                <a:ea typeface="Times New Roman"/>
                <a:cs typeface="Times New Roman"/>
              </a:defRPr>
            </a:lvl6pPr>
            <a:lvl7pPr algn="ctr">
              <a:defRPr sz="2250" b="1">
                <a:solidFill>
                  <a:srgbClr val="002060"/>
                </a:solidFill>
                <a:latin typeface="Times New Roman"/>
                <a:ea typeface="Times New Roman"/>
                <a:cs typeface="Times New Roman"/>
              </a:defRPr>
            </a:lvl7pPr>
            <a:lvl8pPr algn="ctr">
              <a:defRPr sz="2250" b="1">
                <a:solidFill>
                  <a:srgbClr val="002060"/>
                </a:solidFill>
                <a:latin typeface="Times New Roman"/>
                <a:ea typeface="Times New Roman"/>
                <a:cs typeface="Times New Roman"/>
              </a:defRPr>
            </a:lvl8pPr>
            <a:lvl9pPr algn="ctr">
              <a:defRPr sz="2250" b="1">
                <a:solidFill>
                  <a:srgbClr val="002060"/>
                </a:solidFill>
                <a:latin typeface="Times New Roman"/>
                <a:ea typeface="Times New Roman"/>
                <a:cs typeface="Times New Roman"/>
              </a:defRPr>
            </a:lvl9pPr>
          </a:lstStyle>
          <a:p>
            <a:pPr algn="ctr">
              <a:defRPr sz="2250" b="1">
                <a:solidFill>
                  <a:srgbClr val="002060"/>
                </a:solidFill>
                <a:latin typeface="Times New Roman"/>
                <a:ea typeface="Times New Roman"/>
                <a:cs typeface="Times New Roman"/>
              </a:defRPr>
            </a:pPr>
            <a:r>
              <a:rPr sz="2250" b="1">
                <a:solidFill>
                  <a:srgbClr val="002060"/>
                </a:solidFill>
                <a:latin typeface="Times New Roman"/>
                <a:ea typeface="Times New Roman"/>
                <a:cs typeface="Times New Roman"/>
              </a:rPr>
              <a:t>Stopped or reconnected</a:t>
            </a:r>
          </a:p>
        </p:txBody>
      </p:sp>
      <p:sp>
        <p:nvSpPr>
          <p:cNvPr id="10" name="Screenshot pending">
            <a:extLst>
              <a:ext uri="{FF2B5EF4-FFF2-40B4-BE49-F238E27FC236}">
                <a16:creationId xmlns:a16="http://schemas.microsoft.com/office/drawing/2014/main" id="{8D13F93E-51D5-BD57-E85F-16E64373B31F}"/>
              </a:ext>
            </a:extLst>
          </p:cNvPr>
          <p:cNvSpPr>
            <a:spLocks noGrp="1"/>
          </p:cNvSpPr>
          <p:nvPr/>
        </p:nvSpPr>
        <p:spPr>
          <a:xfrm>
            <a:off x="8667750" y="2047875"/>
            <a:ext cx="2667000" cy="3048000"/>
          </a:xfrm>
          <a:prstGeom prst="rect">
            <a:avLst/>
          </a:prstGeom>
          <a:solidFill>
            <a:srgbClr val="F6F6F6"/>
          </a:solidFill>
          <a:ln w="14288">
            <a:solidFill>
              <a:srgbClr val="AAB4C4"/>
            </a:solidFill>
          </a:ln>
        </p:spPr>
        <p:txBody>
          <a:bodyPr lIns="76200" tIns="76200" rIns="76200" bIns="76200" anchor="ctr"/>
          <a:lstStyle>
            <a:defPPr algn="ctr">
              <a:defRPr sz="2175" b="0">
                <a:solidFill>
                  <a:srgbClr val="666666"/>
                </a:solidFill>
                <a:latin typeface="Times New Roman"/>
                <a:ea typeface="Times New Roman"/>
                <a:cs typeface="Times New Roman"/>
              </a:defRPr>
            </a:defPPr>
            <a:lvl1pPr algn="ctr">
              <a:defRPr sz="2175" b="0">
                <a:solidFill>
                  <a:srgbClr val="666666"/>
                </a:solidFill>
                <a:latin typeface="Times New Roman"/>
                <a:ea typeface="Times New Roman"/>
                <a:cs typeface="Times New Roman"/>
              </a:defRPr>
            </a:lvl1pPr>
            <a:lvl2pPr algn="ctr">
              <a:defRPr sz="2175" b="0">
                <a:solidFill>
                  <a:srgbClr val="666666"/>
                </a:solidFill>
                <a:latin typeface="Times New Roman"/>
                <a:ea typeface="Times New Roman"/>
                <a:cs typeface="Times New Roman"/>
              </a:defRPr>
            </a:lvl2pPr>
            <a:lvl3pPr algn="ctr">
              <a:defRPr sz="2175" b="0">
                <a:solidFill>
                  <a:srgbClr val="666666"/>
                </a:solidFill>
                <a:latin typeface="Times New Roman"/>
                <a:ea typeface="Times New Roman"/>
                <a:cs typeface="Times New Roman"/>
              </a:defRPr>
            </a:lvl3pPr>
            <a:lvl4pPr algn="ctr">
              <a:defRPr sz="2175" b="0">
                <a:solidFill>
                  <a:srgbClr val="666666"/>
                </a:solidFill>
                <a:latin typeface="Times New Roman"/>
                <a:ea typeface="Times New Roman"/>
                <a:cs typeface="Times New Roman"/>
              </a:defRPr>
            </a:lvl4pPr>
            <a:lvl5pPr algn="ctr">
              <a:defRPr sz="2175" b="0">
                <a:solidFill>
                  <a:srgbClr val="666666"/>
                </a:solidFill>
                <a:latin typeface="Times New Roman"/>
                <a:ea typeface="Times New Roman"/>
                <a:cs typeface="Times New Roman"/>
              </a:defRPr>
            </a:lvl5pPr>
            <a:lvl6pPr algn="ctr">
              <a:defRPr sz="2175" b="0">
                <a:solidFill>
                  <a:srgbClr val="666666"/>
                </a:solidFill>
                <a:latin typeface="Times New Roman"/>
                <a:ea typeface="Times New Roman"/>
                <a:cs typeface="Times New Roman"/>
              </a:defRPr>
            </a:lvl6pPr>
            <a:lvl7pPr algn="ctr">
              <a:defRPr sz="2175" b="0">
                <a:solidFill>
                  <a:srgbClr val="666666"/>
                </a:solidFill>
                <a:latin typeface="Times New Roman"/>
                <a:ea typeface="Times New Roman"/>
                <a:cs typeface="Times New Roman"/>
              </a:defRPr>
            </a:lvl7pPr>
            <a:lvl8pPr algn="ctr">
              <a:defRPr sz="2175" b="0">
                <a:solidFill>
                  <a:srgbClr val="666666"/>
                </a:solidFill>
                <a:latin typeface="Times New Roman"/>
                <a:ea typeface="Times New Roman"/>
                <a:cs typeface="Times New Roman"/>
              </a:defRPr>
            </a:lvl8pPr>
            <a:lvl9pPr algn="ctr">
              <a:defRPr sz="2175" b="0">
                <a:solidFill>
                  <a:srgbClr val="666666"/>
                </a:solidFill>
                <a:latin typeface="Times New Roman"/>
                <a:ea typeface="Times New Roman"/>
                <a:cs typeface="Times New Roman"/>
              </a:defRPr>
            </a:lvl9pPr>
          </a:lstStyle>
          <a:p>
            <a:pPr algn="ctr">
              <a:defRPr sz="2175" b="0">
                <a:solidFill>
                  <a:srgbClr val="666666"/>
                </a:solidFill>
                <a:latin typeface="Times New Roman"/>
                <a:ea typeface="Times New Roman"/>
                <a:cs typeface="Times New Roman"/>
              </a:defRPr>
            </a:pPr>
            <a:r>
              <a:rPr sz="2175" b="0">
                <a:solidFill>
                  <a:srgbClr val="666666"/>
                </a:solidFill>
                <a:latin typeface="Times New Roman"/>
                <a:ea typeface="Times New Roman"/>
                <a:cs typeface="Times New Roman"/>
              </a:rPr>
              <a:t>Screenshot pending</a:t>
            </a:r>
          </a:p>
        </p:txBody>
      </p:sp>
      <p:sp>
        <p:nvSpPr>
          <p:cNvPr id="11" name="Use real device captures. Pair the app displa">
            <a:extLst>
              <a:ext uri="{FF2B5EF4-FFF2-40B4-BE49-F238E27FC236}">
                <a16:creationId xmlns:a16="http://schemas.microsoft.com/office/drawing/2014/main" id="{D4E6AF3D-BB35-9A87-189D-741176C91E60}"/>
              </a:ext>
            </a:extLst>
          </p:cNvPr>
          <p:cNvSpPr>
            <a:spLocks noGrp="1"/>
          </p:cNvSpPr>
          <p:nvPr/>
        </p:nvSpPr>
        <p:spPr>
          <a:xfrm>
            <a:off x="523875" y="5857875"/>
            <a:ext cx="11144250" cy="419100"/>
          </a:xfrm>
          <a:prstGeom prst="rect">
            <a:avLst/>
          </a:prstGeom>
          <a:noFill/>
          <a:ln w="0">
            <a:noFill/>
          </a:ln>
        </p:spPr>
        <p:txBody>
          <a:bodyPr lIns="76200" tIns="76200" rIns="76200" bIns="76200" anchor="ctr"/>
          <a:lstStyle>
            <a:defPPr algn="l">
              <a:defRPr sz="1875" b="0">
                <a:solidFill>
                  <a:srgbClr val="0070C0"/>
                </a:solidFill>
                <a:latin typeface="Times New Roman"/>
                <a:ea typeface="Times New Roman"/>
                <a:cs typeface="Times New Roman"/>
              </a:defRPr>
            </a:defPPr>
            <a:lvl1pPr algn="l">
              <a:defRPr sz="1875" b="0">
                <a:solidFill>
                  <a:srgbClr val="0070C0"/>
                </a:solidFill>
                <a:latin typeface="Times New Roman"/>
                <a:ea typeface="Times New Roman"/>
                <a:cs typeface="Times New Roman"/>
              </a:defRPr>
            </a:lvl1pPr>
            <a:lvl2pPr algn="l">
              <a:defRPr sz="1875" b="0">
                <a:solidFill>
                  <a:srgbClr val="0070C0"/>
                </a:solidFill>
                <a:latin typeface="Times New Roman"/>
                <a:ea typeface="Times New Roman"/>
                <a:cs typeface="Times New Roman"/>
              </a:defRPr>
            </a:lvl2pPr>
            <a:lvl3pPr algn="l">
              <a:defRPr sz="1875" b="0">
                <a:solidFill>
                  <a:srgbClr val="0070C0"/>
                </a:solidFill>
                <a:latin typeface="Times New Roman"/>
                <a:ea typeface="Times New Roman"/>
                <a:cs typeface="Times New Roman"/>
              </a:defRPr>
            </a:lvl3pPr>
            <a:lvl4pPr algn="l">
              <a:defRPr sz="1875" b="0">
                <a:solidFill>
                  <a:srgbClr val="0070C0"/>
                </a:solidFill>
                <a:latin typeface="Times New Roman"/>
                <a:ea typeface="Times New Roman"/>
                <a:cs typeface="Times New Roman"/>
              </a:defRPr>
            </a:lvl4pPr>
            <a:lvl5pPr algn="l">
              <a:defRPr sz="1875" b="0">
                <a:solidFill>
                  <a:srgbClr val="0070C0"/>
                </a:solidFill>
                <a:latin typeface="Times New Roman"/>
                <a:ea typeface="Times New Roman"/>
                <a:cs typeface="Times New Roman"/>
              </a:defRPr>
            </a:lvl5pPr>
            <a:lvl6pPr algn="l">
              <a:defRPr sz="1875" b="0">
                <a:solidFill>
                  <a:srgbClr val="0070C0"/>
                </a:solidFill>
                <a:latin typeface="Times New Roman"/>
                <a:ea typeface="Times New Roman"/>
                <a:cs typeface="Times New Roman"/>
              </a:defRPr>
            </a:lvl6pPr>
            <a:lvl7pPr algn="l">
              <a:defRPr sz="1875" b="0">
                <a:solidFill>
                  <a:srgbClr val="0070C0"/>
                </a:solidFill>
                <a:latin typeface="Times New Roman"/>
                <a:ea typeface="Times New Roman"/>
                <a:cs typeface="Times New Roman"/>
              </a:defRPr>
            </a:lvl7pPr>
            <a:lvl8pPr algn="l">
              <a:defRPr sz="1875" b="0">
                <a:solidFill>
                  <a:srgbClr val="0070C0"/>
                </a:solidFill>
                <a:latin typeface="Times New Roman"/>
                <a:ea typeface="Times New Roman"/>
                <a:cs typeface="Times New Roman"/>
              </a:defRPr>
            </a:lvl8pPr>
            <a:lvl9pPr algn="l">
              <a:defRPr sz="1875" b="0">
                <a:solidFill>
                  <a:srgbClr val="0070C0"/>
                </a:solidFill>
                <a:latin typeface="Times New Roman"/>
                <a:ea typeface="Times New Roman"/>
                <a:cs typeface="Times New Roman"/>
              </a:defRPr>
            </a:lvl9pPr>
          </a:lstStyle>
          <a:p>
            <a:pPr algn="l">
              <a:defRPr sz="1875" b="0">
                <a:solidFill>
                  <a:srgbClr val="0070C0"/>
                </a:solidFill>
                <a:latin typeface="Times New Roman"/>
                <a:ea typeface="Times New Roman"/>
                <a:cs typeface="Times New Roman"/>
              </a:defRPr>
            </a:pPr>
            <a:endParaRPr sz="1875" b="0" dirty="0">
              <a:solidFill>
                <a:srgbClr val="0070C0"/>
              </a:solidFill>
              <a:latin typeface="Times New Roman"/>
              <a:ea typeface="Times New Roman"/>
              <a:cs typeface="Times New Roman"/>
            </a:endParaRPr>
          </a:p>
        </p:txBody>
      </p:sp>
      <p:sp>
        <p:nvSpPr>
          <p:cNvPr id="12" name="13">
            <a:extLst>
              <a:ext uri="{FF2B5EF4-FFF2-40B4-BE49-F238E27FC236}">
                <a16:creationId xmlns:a16="http://schemas.microsoft.com/office/drawing/2014/main" id="{1F1D172C-9CD4-6C25-0C8D-32B70DEC02E9}"/>
              </a:ext>
            </a:extLst>
          </p:cNvPr>
          <p:cNvSpPr>
            <a:spLocks noGrp="1"/>
          </p:cNvSpPr>
          <p:nvPr/>
        </p:nvSpPr>
        <p:spPr>
          <a:xfrm>
            <a:off x="11430000" y="6496050"/>
            <a:ext cx="571500" cy="342900"/>
          </a:xfrm>
          <a:prstGeom prst="rect">
            <a:avLst/>
          </a:prstGeom>
          <a:noFill/>
          <a:ln w="0">
            <a:noFill/>
          </a:ln>
        </p:spPr>
        <p:txBody>
          <a:bodyPr lIns="76200" tIns="76200" rIns="76200" bIns="76200" anchor="ctr"/>
          <a:lstStyle>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a:pPr algn="r">
              <a:defRPr sz="1200" b="1">
                <a:solidFill>
                  <a:srgbClr val="FFFFFF"/>
                </a:solidFill>
                <a:latin typeface="Times New Roman"/>
                <a:ea typeface="Times New Roman"/>
                <a:cs typeface="Times New Roman"/>
              </a:defRPr>
            </a:pPr>
            <a:r>
              <a:rPr lang="en-IN" sz="1200" b="1">
                <a:solidFill>
                  <a:srgbClr val="FFFFFF"/>
                </a:solidFill>
                <a:latin typeface="Times New Roman"/>
                <a:ea typeface="Times New Roman"/>
                <a:cs typeface="Times New Roman"/>
              </a:rPr>
              <a:t>14</a:t>
            </a:r>
            <a:endParaRPr sz="1200" b="1">
              <a:solidFill>
                <a:srgbClr val="FFFFFF"/>
              </a:solidFill>
              <a:latin typeface="Times New Roman"/>
              <a:ea typeface="Times New Roman"/>
              <a:cs typeface="Times New Roman"/>
            </a:endParaRPr>
          </a:p>
        </p:txBody>
      </p:sp>
    </p:spTree>
    <p:extLst>
      <p:ext uri="{BB962C8B-B14F-4D97-AF65-F5344CB8AC3E}">
        <p14:creationId xmlns:p14="http://schemas.microsoft.com/office/powerpoint/2010/main" val="29843343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1FF302-8F37-9B0A-598C-3641E87C40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B195DA-E4DE-7952-B2D3-C3677B03761F}"/>
              </a:ext>
            </a:extLst>
          </p:cNvPr>
          <p:cNvSpPr>
            <a:spLocks noGrp="1"/>
          </p:cNvSpPr>
          <p:nvPr>
            <p:ph type="title"/>
          </p:nvPr>
        </p:nvSpPr>
        <p:spPr>
          <a:xfrm>
            <a:off x="0" y="0"/>
            <a:ext cx="12192000" cy="762000"/>
          </a:xfrm>
          <a:prstGeom prst="rect">
            <a:avLst/>
          </a:prstGeom>
          <a:solidFill>
            <a:srgbClr val="002060"/>
          </a:solidFill>
        </p:spPr>
        <p:txBody>
          <a:bodyPr>
            <a:normAutofit/>
          </a:bodyPr>
          <a:lstStyle>
            <a:defPPr algn="ctr">
              <a:defRPr sz="4050" b="1">
                <a:solidFill>
                  <a:srgbClr val="FFFFFF"/>
                </a:solidFill>
                <a:latin typeface="Times New Roman"/>
                <a:ea typeface="Times New Roman"/>
                <a:cs typeface="Times New Roman"/>
              </a:defRPr>
            </a:defPPr>
            <a:lvl1pPr algn="ctr">
              <a:defRPr sz="4050" b="1">
                <a:solidFill>
                  <a:srgbClr val="FFFFFF"/>
                </a:solidFill>
                <a:latin typeface="Times New Roman"/>
                <a:ea typeface="Times New Roman"/>
                <a:cs typeface="Times New Roman"/>
              </a:defRPr>
            </a:lvl1pPr>
            <a:lvl2pPr algn="ctr">
              <a:defRPr sz="4050" b="1">
                <a:solidFill>
                  <a:srgbClr val="FFFFFF"/>
                </a:solidFill>
                <a:latin typeface="Times New Roman"/>
                <a:ea typeface="Times New Roman"/>
                <a:cs typeface="Times New Roman"/>
              </a:defRPr>
            </a:lvl2pPr>
            <a:lvl3pPr algn="ctr">
              <a:defRPr sz="4050" b="1">
                <a:solidFill>
                  <a:srgbClr val="FFFFFF"/>
                </a:solidFill>
                <a:latin typeface="Times New Roman"/>
                <a:ea typeface="Times New Roman"/>
                <a:cs typeface="Times New Roman"/>
              </a:defRPr>
            </a:lvl3pPr>
            <a:lvl4pPr algn="ctr">
              <a:defRPr sz="4050" b="1">
                <a:solidFill>
                  <a:srgbClr val="FFFFFF"/>
                </a:solidFill>
                <a:latin typeface="Times New Roman"/>
                <a:ea typeface="Times New Roman"/>
                <a:cs typeface="Times New Roman"/>
              </a:defRPr>
            </a:lvl4pPr>
            <a:lvl5pPr algn="ctr">
              <a:defRPr sz="4050" b="1">
                <a:solidFill>
                  <a:srgbClr val="FFFFFF"/>
                </a:solidFill>
                <a:latin typeface="Times New Roman"/>
                <a:ea typeface="Times New Roman"/>
                <a:cs typeface="Times New Roman"/>
              </a:defRPr>
            </a:lvl5pPr>
            <a:lvl6pPr algn="ctr">
              <a:defRPr sz="4050" b="1">
                <a:solidFill>
                  <a:srgbClr val="FFFFFF"/>
                </a:solidFill>
                <a:latin typeface="Times New Roman"/>
                <a:ea typeface="Times New Roman"/>
                <a:cs typeface="Times New Roman"/>
              </a:defRPr>
            </a:lvl6pPr>
            <a:lvl7pPr algn="ctr">
              <a:defRPr sz="4050" b="1">
                <a:solidFill>
                  <a:srgbClr val="FFFFFF"/>
                </a:solidFill>
                <a:latin typeface="Times New Roman"/>
                <a:ea typeface="Times New Roman"/>
                <a:cs typeface="Times New Roman"/>
              </a:defRPr>
            </a:lvl7pPr>
            <a:lvl8pPr algn="ctr">
              <a:defRPr sz="4050" b="1">
                <a:solidFill>
                  <a:srgbClr val="FFFFFF"/>
                </a:solidFill>
                <a:latin typeface="Times New Roman"/>
                <a:ea typeface="Times New Roman"/>
                <a:cs typeface="Times New Roman"/>
              </a:defRPr>
            </a:lvl8pPr>
            <a:lvl9pPr algn="ctr">
              <a:defRPr sz="4050" b="1">
                <a:solidFill>
                  <a:srgbClr val="FFFFFF"/>
                </a:solidFill>
                <a:latin typeface="Times New Roman"/>
                <a:ea typeface="Times New Roman"/>
                <a:cs typeface="Times New Roman"/>
              </a:defRPr>
            </a:lvl9pPr>
          </a:lstStyle>
          <a:p>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Prototype Evidence</a:t>
            </a:r>
          </a:p>
        </p:txBody>
      </p:sp>
      <p:sp>
        <p:nvSpPr>
          <p:cNvPr id="4" name="Footer Placeholder 3">
            <a:extLst>
              <a:ext uri="{FF2B5EF4-FFF2-40B4-BE49-F238E27FC236}">
                <a16:creationId xmlns:a16="http://schemas.microsoft.com/office/drawing/2014/main" id="{0FA670C1-AF38-7D83-610C-E0B1FBAAB30A}"/>
              </a:ext>
            </a:extLst>
          </p:cNvPr>
          <p:cNvSpPr>
            <a:spLocks noGrp="1"/>
          </p:cNvSpPr>
          <p:nvPr>
            <p:ph type="ftr" idx="11"/>
          </p:nvPr>
        </p:nvSpPr>
        <p:spPr>
          <a:xfrm>
            <a:off x="0" y="6492907"/>
            <a:ext cx="12192000" cy="365093"/>
          </a:xfrm>
          <a:prstGeom prst="rect">
            <a:avLst/>
          </a:prstGeom>
          <a:solidFill>
            <a:srgbClr val="002060"/>
          </a:solidFill>
        </p:spPr>
        <p:txBody>
          <a:bodyPr/>
          <a:lstStyle>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sp>
        <p:nvSpPr>
          <p:cNvPr id="5" name="Connected and ready">
            <a:extLst>
              <a:ext uri="{FF2B5EF4-FFF2-40B4-BE49-F238E27FC236}">
                <a16:creationId xmlns:a16="http://schemas.microsoft.com/office/drawing/2014/main" id="{CB847F55-70AE-2CCE-8F47-5FF875BB8CBF}"/>
              </a:ext>
            </a:extLst>
          </p:cNvPr>
          <p:cNvSpPr>
            <a:spLocks noGrp="1"/>
          </p:cNvSpPr>
          <p:nvPr/>
        </p:nvSpPr>
        <p:spPr>
          <a:xfrm>
            <a:off x="666750" y="1238250"/>
            <a:ext cx="3048000" cy="571500"/>
          </a:xfrm>
          <a:prstGeom prst="rect">
            <a:avLst/>
          </a:prstGeom>
          <a:noFill/>
          <a:ln w="0">
            <a:noFill/>
          </a:ln>
        </p:spPr>
        <p:txBody>
          <a:bodyPr lIns="76200" tIns="76200" rIns="76200" bIns="76200" anchor="ctr"/>
          <a:lstStyle>
            <a:defPPr algn="ctr">
              <a:defRPr sz="2250" b="1">
                <a:solidFill>
                  <a:srgbClr val="002060"/>
                </a:solidFill>
                <a:latin typeface="Times New Roman"/>
                <a:ea typeface="Times New Roman"/>
                <a:cs typeface="Times New Roman"/>
              </a:defRPr>
            </a:defPPr>
            <a:lvl1pPr algn="ctr">
              <a:defRPr sz="2250" b="1">
                <a:solidFill>
                  <a:srgbClr val="002060"/>
                </a:solidFill>
                <a:latin typeface="Times New Roman"/>
                <a:ea typeface="Times New Roman"/>
                <a:cs typeface="Times New Roman"/>
              </a:defRPr>
            </a:lvl1pPr>
            <a:lvl2pPr algn="ctr">
              <a:defRPr sz="2250" b="1">
                <a:solidFill>
                  <a:srgbClr val="002060"/>
                </a:solidFill>
                <a:latin typeface="Times New Roman"/>
                <a:ea typeface="Times New Roman"/>
                <a:cs typeface="Times New Roman"/>
              </a:defRPr>
            </a:lvl2pPr>
            <a:lvl3pPr algn="ctr">
              <a:defRPr sz="2250" b="1">
                <a:solidFill>
                  <a:srgbClr val="002060"/>
                </a:solidFill>
                <a:latin typeface="Times New Roman"/>
                <a:ea typeface="Times New Roman"/>
                <a:cs typeface="Times New Roman"/>
              </a:defRPr>
            </a:lvl3pPr>
            <a:lvl4pPr algn="ctr">
              <a:defRPr sz="2250" b="1">
                <a:solidFill>
                  <a:srgbClr val="002060"/>
                </a:solidFill>
                <a:latin typeface="Times New Roman"/>
                <a:ea typeface="Times New Roman"/>
                <a:cs typeface="Times New Roman"/>
              </a:defRPr>
            </a:lvl4pPr>
            <a:lvl5pPr algn="ctr">
              <a:defRPr sz="2250" b="1">
                <a:solidFill>
                  <a:srgbClr val="002060"/>
                </a:solidFill>
                <a:latin typeface="Times New Roman"/>
                <a:ea typeface="Times New Roman"/>
                <a:cs typeface="Times New Roman"/>
              </a:defRPr>
            </a:lvl5pPr>
            <a:lvl6pPr algn="ctr">
              <a:defRPr sz="2250" b="1">
                <a:solidFill>
                  <a:srgbClr val="002060"/>
                </a:solidFill>
                <a:latin typeface="Times New Roman"/>
                <a:ea typeface="Times New Roman"/>
                <a:cs typeface="Times New Roman"/>
              </a:defRPr>
            </a:lvl6pPr>
            <a:lvl7pPr algn="ctr">
              <a:defRPr sz="2250" b="1">
                <a:solidFill>
                  <a:srgbClr val="002060"/>
                </a:solidFill>
                <a:latin typeface="Times New Roman"/>
                <a:ea typeface="Times New Roman"/>
                <a:cs typeface="Times New Roman"/>
              </a:defRPr>
            </a:lvl7pPr>
            <a:lvl8pPr algn="ctr">
              <a:defRPr sz="2250" b="1">
                <a:solidFill>
                  <a:srgbClr val="002060"/>
                </a:solidFill>
                <a:latin typeface="Times New Roman"/>
                <a:ea typeface="Times New Roman"/>
                <a:cs typeface="Times New Roman"/>
              </a:defRPr>
            </a:lvl8pPr>
            <a:lvl9pPr algn="ctr">
              <a:defRPr sz="2250" b="1">
                <a:solidFill>
                  <a:srgbClr val="002060"/>
                </a:solidFill>
                <a:latin typeface="Times New Roman"/>
                <a:ea typeface="Times New Roman"/>
                <a:cs typeface="Times New Roman"/>
              </a:defRPr>
            </a:lvl9pPr>
          </a:lstStyle>
          <a:p>
            <a:pPr algn="ctr">
              <a:defRPr sz="2250" b="1">
                <a:solidFill>
                  <a:srgbClr val="002060"/>
                </a:solidFill>
                <a:latin typeface="Times New Roman"/>
                <a:ea typeface="Times New Roman"/>
                <a:cs typeface="Times New Roman"/>
              </a:defRPr>
            </a:pPr>
            <a:r>
              <a:rPr sz="2250" b="1">
                <a:solidFill>
                  <a:srgbClr val="002060"/>
                </a:solidFill>
                <a:latin typeface="Times New Roman"/>
                <a:ea typeface="Times New Roman"/>
                <a:cs typeface="Times New Roman"/>
              </a:rPr>
              <a:t>Connected and ready</a:t>
            </a:r>
          </a:p>
        </p:txBody>
      </p:sp>
      <p:sp>
        <p:nvSpPr>
          <p:cNvPr id="6" name="Screenshot pending">
            <a:extLst>
              <a:ext uri="{FF2B5EF4-FFF2-40B4-BE49-F238E27FC236}">
                <a16:creationId xmlns:a16="http://schemas.microsoft.com/office/drawing/2014/main" id="{85F8C1C0-A3DB-D1B0-C216-0AB17DC9459B}"/>
              </a:ext>
            </a:extLst>
          </p:cNvPr>
          <p:cNvSpPr>
            <a:spLocks noGrp="1"/>
          </p:cNvSpPr>
          <p:nvPr/>
        </p:nvSpPr>
        <p:spPr>
          <a:xfrm>
            <a:off x="857250" y="2047875"/>
            <a:ext cx="2667000" cy="3048000"/>
          </a:xfrm>
          <a:prstGeom prst="rect">
            <a:avLst/>
          </a:prstGeom>
          <a:solidFill>
            <a:srgbClr val="F6F6F6"/>
          </a:solidFill>
          <a:ln w="14288">
            <a:solidFill>
              <a:srgbClr val="AAB4C4"/>
            </a:solidFill>
          </a:ln>
        </p:spPr>
        <p:txBody>
          <a:bodyPr lIns="76200" tIns="76200" rIns="76200" bIns="76200" anchor="ctr"/>
          <a:lstStyle>
            <a:defPPr algn="ctr">
              <a:defRPr sz="2175" b="0">
                <a:solidFill>
                  <a:srgbClr val="666666"/>
                </a:solidFill>
                <a:latin typeface="Times New Roman"/>
                <a:ea typeface="Times New Roman"/>
                <a:cs typeface="Times New Roman"/>
              </a:defRPr>
            </a:defPPr>
            <a:lvl1pPr algn="ctr">
              <a:defRPr sz="2175" b="0">
                <a:solidFill>
                  <a:srgbClr val="666666"/>
                </a:solidFill>
                <a:latin typeface="Times New Roman"/>
                <a:ea typeface="Times New Roman"/>
                <a:cs typeface="Times New Roman"/>
              </a:defRPr>
            </a:lvl1pPr>
            <a:lvl2pPr algn="ctr">
              <a:defRPr sz="2175" b="0">
                <a:solidFill>
                  <a:srgbClr val="666666"/>
                </a:solidFill>
                <a:latin typeface="Times New Roman"/>
                <a:ea typeface="Times New Roman"/>
                <a:cs typeface="Times New Roman"/>
              </a:defRPr>
            </a:lvl2pPr>
            <a:lvl3pPr algn="ctr">
              <a:defRPr sz="2175" b="0">
                <a:solidFill>
                  <a:srgbClr val="666666"/>
                </a:solidFill>
                <a:latin typeface="Times New Roman"/>
                <a:ea typeface="Times New Roman"/>
                <a:cs typeface="Times New Roman"/>
              </a:defRPr>
            </a:lvl3pPr>
            <a:lvl4pPr algn="ctr">
              <a:defRPr sz="2175" b="0">
                <a:solidFill>
                  <a:srgbClr val="666666"/>
                </a:solidFill>
                <a:latin typeface="Times New Roman"/>
                <a:ea typeface="Times New Roman"/>
                <a:cs typeface="Times New Roman"/>
              </a:defRPr>
            </a:lvl4pPr>
            <a:lvl5pPr algn="ctr">
              <a:defRPr sz="2175" b="0">
                <a:solidFill>
                  <a:srgbClr val="666666"/>
                </a:solidFill>
                <a:latin typeface="Times New Roman"/>
                <a:ea typeface="Times New Roman"/>
                <a:cs typeface="Times New Roman"/>
              </a:defRPr>
            </a:lvl5pPr>
            <a:lvl6pPr algn="ctr">
              <a:defRPr sz="2175" b="0">
                <a:solidFill>
                  <a:srgbClr val="666666"/>
                </a:solidFill>
                <a:latin typeface="Times New Roman"/>
                <a:ea typeface="Times New Roman"/>
                <a:cs typeface="Times New Roman"/>
              </a:defRPr>
            </a:lvl6pPr>
            <a:lvl7pPr algn="ctr">
              <a:defRPr sz="2175" b="0">
                <a:solidFill>
                  <a:srgbClr val="666666"/>
                </a:solidFill>
                <a:latin typeface="Times New Roman"/>
                <a:ea typeface="Times New Roman"/>
                <a:cs typeface="Times New Roman"/>
              </a:defRPr>
            </a:lvl7pPr>
            <a:lvl8pPr algn="ctr">
              <a:defRPr sz="2175" b="0">
                <a:solidFill>
                  <a:srgbClr val="666666"/>
                </a:solidFill>
                <a:latin typeface="Times New Roman"/>
                <a:ea typeface="Times New Roman"/>
                <a:cs typeface="Times New Roman"/>
              </a:defRPr>
            </a:lvl8pPr>
            <a:lvl9pPr algn="ctr">
              <a:defRPr sz="2175" b="0">
                <a:solidFill>
                  <a:srgbClr val="666666"/>
                </a:solidFill>
                <a:latin typeface="Times New Roman"/>
                <a:ea typeface="Times New Roman"/>
                <a:cs typeface="Times New Roman"/>
              </a:defRPr>
            </a:lvl9pPr>
          </a:lstStyle>
          <a:p>
            <a:pPr algn="ctr">
              <a:defRPr sz="2175" b="0">
                <a:solidFill>
                  <a:srgbClr val="666666"/>
                </a:solidFill>
                <a:latin typeface="Times New Roman"/>
                <a:ea typeface="Times New Roman"/>
                <a:cs typeface="Times New Roman"/>
              </a:defRPr>
            </a:pPr>
            <a:r>
              <a:rPr sz="2175" b="0">
                <a:solidFill>
                  <a:srgbClr val="666666"/>
                </a:solidFill>
                <a:latin typeface="Times New Roman"/>
                <a:ea typeface="Times New Roman"/>
                <a:cs typeface="Times New Roman"/>
              </a:rPr>
              <a:t>Screenshot pending</a:t>
            </a:r>
          </a:p>
        </p:txBody>
      </p:sp>
      <p:sp>
        <p:nvSpPr>
          <p:cNvPr id="7" name="Simulated vitals streaming">
            <a:extLst>
              <a:ext uri="{FF2B5EF4-FFF2-40B4-BE49-F238E27FC236}">
                <a16:creationId xmlns:a16="http://schemas.microsoft.com/office/drawing/2014/main" id="{93B5EF9A-1507-C5CF-2573-7C011A126F8D}"/>
              </a:ext>
            </a:extLst>
          </p:cNvPr>
          <p:cNvSpPr>
            <a:spLocks noGrp="1"/>
          </p:cNvSpPr>
          <p:nvPr/>
        </p:nvSpPr>
        <p:spPr>
          <a:xfrm>
            <a:off x="4572000" y="1238250"/>
            <a:ext cx="3048000" cy="571500"/>
          </a:xfrm>
          <a:prstGeom prst="rect">
            <a:avLst/>
          </a:prstGeom>
          <a:noFill/>
          <a:ln w="0">
            <a:noFill/>
          </a:ln>
        </p:spPr>
        <p:txBody>
          <a:bodyPr lIns="76200" tIns="76200" rIns="76200" bIns="76200" anchor="ctr"/>
          <a:lstStyle>
            <a:defPPr algn="ctr">
              <a:defRPr sz="2250" b="1">
                <a:solidFill>
                  <a:srgbClr val="002060"/>
                </a:solidFill>
                <a:latin typeface="Times New Roman"/>
                <a:ea typeface="Times New Roman"/>
                <a:cs typeface="Times New Roman"/>
              </a:defRPr>
            </a:defPPr>
            <a:lvl1pPr algn="ctr">
              <a:defRPr sz="2250" b="1">
                <a:solidFill>
                  <a:srgbClr val="002060"/>
                </a:solidFill>
                <a:latin typeface="Times New Roman"/>
                <a:ea typeface="Times New Roman"/>
                <a:cs typeface="Times New Roman"/>
              </a:defRPr>
            </a:lvl1pPr>
            <a:lvl2pPr algn="ctr">
              <a:defRPr sz="2250" b="1">
                <a:solidFill>
                  <a:srgbClr val="002060"/>
                </a:solidFill>
                <a:latin typeface="Times New Roman"/>
                <a:ea typeface="Times New Roman"/>
                <a:cs typeface="Times New Roman"/>
              </a:defRPr>
            </a:lvl2pPr>
            <a:lvl3pPr algn="ctr">
              <a:defRPr sz="2250" b="1">
                <a:solidFill>
                  <a:srgbClr val="002060"/>
                </a:solidFill>
                <a:latin typeface="Times New Roman"/>
                <a:ea typeface="Times New Roman"/>
                <a:cs typeface="Times New Roman"/>
              </a:defRPr>
            </a:lvl3pPr>
            <a:lvl4pPr algn="ctr">
              <a:defRPr sz="2250" b="1">
                <a:solidFill>
                  <a:srgbClr val="002060"/>
                </a:solidFill>
                <a:latin typeface="Times New Roman"/>
                <a:ea typeface="Times New Roman"/>
                <a:cs typeface="Times New Roman"/>
              </a:defRPr>
            </a:lvl4pPr>
            <a:lvl5pPr algn="ctr">
              <a:defRPr sz="2250" b="1">
                <a:solidFill>
                  <a:srgbClr val="002060"/>
                </a:solidFill>
                <a:latin typeface="Times New Roman"/>
                <a:ea typeface="Times New Roman"/>
                <a:cs typeface="Times New Roman"/>
              </a:defRPr>
            </a:lvl5pPr>
            <a:lvl6pPr algn="ctr">
              <a:defRPr sz="2250" b="1">
                <a:solidFill>
                  <a:srgbClr val="002060"/>
                </a:solidFill>
                <a:latin typeface="Times New Roman"/>
                <a:ea typeface="Times New Roman"/>
                <a:cs typeface="Times New Roman"/>
              </a:defRPr>
            </a:lvl6pPr>
            <a:lvl7pPr algn="ctr">
              <a:defRPr sz="2250" b="1">
                <a:solidFill>
                  <a:srgbClr val="002060"/>
                </a:solidFill>
                <a:latin typeface="Times New Roman"/>
                <a:ea typeface="Times New Roman"/>
                <a:cs typeface="Times New Roman"/>
              </a:defRPr>
            </a:lvl7pPr>
            <a:lvl8pPr algn="ctr">
              <a:defRPr sz="2250" b="1">
                <a:solidFill>
                  <a:srgbClr val="002060"/>
                </a:solidFill>
                <a:latin typeface="Times New Roman"/>
                <a:ea typeface="Times New Roman"/>
                <a:cs typeface="Times New Roman"/>
              </a:defRPr>
            </a:lvl8pPr>
            <a:lvl9pPr algn="ctr">
              <a:defRPr sz="2250" b="1">
                <a:solidFill>
                  <a:srgbClr val="002060"/>
                </a:solidFill>
                <a:latin typeface="Times New Roman"/>
                <a:ea typeface="Times New Roman"/>
                <a:cs typeface="Times New Roman"/>
              </a:defRPr>
            </a:lvl9pPr>
          </a:lstStyle>
          <a:p>
            <a:pPr algn="ctr">
              <a:defRPr sz="2250" b="1">
                <a:solidFill>
                  <a:srgbClr val="002060"/>
                </a:solidFill>
                <a:latin typeface="Times New Roman"/>
                <a:ea typeface="Times New Roman"/>
                <a:cs typeface="Times New Roman"/>
              </a:defRPr>
            </a:pPr>
            <a:r>
              <a:rPr sz="2250" b="1">
                <a:solidFill>
                  <a:srgbClr val="002060"/>
                </a:solidFill>
                <a:latin typeface="Times New Roman"/>
                <a:ea typeface="Times New Roman"/>
                <a:cs typeface="Times New Roman"/>
              </a:rPr>
              <a:t>Simulated vitals streaming</a:t>
            </a:r>
          </a:p>
        </p:txBody>
      </p:sp>
      <p:sp>
        <p:nvSpPr>
          <p:cNvPr id="8" name="Screenshot pending">
            <a:extLst>
              <a:ext uri="{FF2B5EF4-FFF2-40B4-BE49-F238E27FC236}">
                <a16:creationId xmlns:a16="http://schemas.microsoft.com/office/drawing/2014/main" id="{C8FAB7F7-5CA5-FAC4-E081-656BE97C4141}"/>
              </a:ext>
            </a:extLst>
          </p:cNvPr>
          <p:cNvSpPr>
            <a:spLocks noGrp="1"/>
          </p:cNvSpPr>
          <p:nvPr/>
        </p:nvSpPr>
        <p:spPr>
          <a:xfrm>
            <a:off x="4762500" y="2047875"/>
            <a:ext cx="2667000" cy="3048000"/>
          </a:xfrm>
          <a:prstGeom prst="rect">
            <a:avLst/>
          </a:prstGeom>
          <a:solidFill>
            <a:srgbClr val="F6F6F6"/>
          </a:solidFill>
          <a:ln w="14288">
            <a:solidFill>
              <a:srgbClr val="AAB4C4"/>
            </a:solidFill>
          </a:ln>
        </p:spPr>
        <p:txBody>
          <a:bodyPr lIns="76200" tIns="76200" rIns="76200" bIns="76200" anchor="ctr"/>
          <a:lstStyle>
            <a:defPPr algn="ctr">
              <a:defRPr sz="2175" b="0">
                <a:solidFill>
                  <a:srgbClr val="666666"/>
                </a:solidFill>
                <a:latin typeface="Times New Roman"/>
                <a:ea typeface="Times New Roman"/>
                <a:cs typeface="Times New Roman"/>
              </a:defRPr>
            </a:defPPr>
            <a:lvl1pPr algn="ctr">
              <a:defRPr sz="2175" b="0">
                <a:solidFill>
                  <a:srgbClr val="666666"/>
                </a:solidFill>
                <a:latin typeface="Times New Roman"/>
                <a:ea typeface="Times New Roman"/>
                <a:cs typeface="Times New Roman"/>
              </a:defRPr>
            </a:lvl1pPr>
            <a:lvl2pPr algn="ctr">
              <a:defRPr sz="2175" b="0">
                <a:solidFill>
                  <a:srgbClr val="666666"/>
                </a:solidFill>
                <a:latin typeface="Times New Roman"/>
                <a:ea typeface="Times New Roman"/>
                <a:cs typeface="Times New Roman"/>
              </a:defRPr>
            </a:lvl2pPr>
            <a:lvl3pPr algn="ctr">
              <a:defRPr sz="2175" b="0">
                <a:solidFill>
                  <a:srgbClr val="666666"/>
                </a:solidFill>
                <a:latin typeface="Times New Roman"/>
                <a:ea typeface="Times New Roman"/>
                <a:cs typeface="Times New Roman"/>
              </a:defRPr>
            </a:lvl3pPr>
            <a:lvl4pPr algn="ctr">
              <a:defRPr sz="2175" b="0">
                <a:solidFill>
                  <a:srgbClr val="666666"/>
                </a:solidFill>
                <a:latin typeface="Times New Roman"/>
                <a:ea typeface="Times New Roman"/>
                <a:cs typeface="Times New Roman"/>
              </a:defRPr>
            </a:lvl4pPr>
            <a:lvl5pPr algn="ctr">
              <a:defRPr sz="2175" b="0">
                <a:solidFill>
                  <a:srgbClr val="666666"/>
                </a:solidFill>
                <a:latin typeface="Times New Roman"/>
                <a:ea typeface="Times New Roman"/>
                <a:cs typeface="Times New Roman"/>
              </a:defRPr>
            </a:lvl5pPr>
            <a:lvl6pPr algn="ctr">
              <a:defRPr sz="2175" b="0">
                <a:solidFill>
                  <a:srgbClr val="666666"/>
                </a:solidFill>
                <a:latin typeface="Times New Roman"/>
                <a:ea typeface="Times New Roman"/>
                <a:cs typeface="Times New Roman"/>
              </a:defRPr>
            </a:lvl6pPr>
            <a:lvl7pPr algn="ctr">
              <a:defRPr sz="2175" b="0">
                <a:solidFill>
                  <a:srgbClr val="666666"/>
                </a:solidFill>
                <a:latin typeface="Times New Roman"/>
                <a:ea typeface="Times New Roman"/>
                <a:cs typeface="Times New Roman"/>
              </a:defRPr>
            </a:lvl7pPr>
            <a:lvl8pPr algn="ctr">
              <a:defRPr sz="2175" b="0">
                <a:solidFill>
                  <a:srgbClr val="666666"/>
                </a:solidFill>
                <a:latin typeface="Times New Roman"/>
                <a:ea typeface="Times New Roman"/>
                <a:cs typeface="Times New Roman"/>
              </a:defRPr>
            </a:lvl8pPr>
            <a:lvl9pPr algn="ctr">
              <a:defRPr sz="2175" b="0">
                <a:solidFill>
                  <a:srgbClr val="666666"/>
                </a:solidFill>
                <a:latin typeface="Times New Roman"/>
                <a:ea typeface="Times New Roman"/>
                <a:cs typeface="Times New Roman"/>
              </a:defRPr>
            </a:lvl9pPr>
          </a:lstStyle>
          <a:p>
            <a:pPr algn="ctr">
              <a:defRPr sz="2175" b="0">
                <a:solidFill>
                  <a:srgbClr val="666666"/>
                </a:solidFill>
                <a:latin typeface="Times New Roman"/>
                <a:ea typeface="Times New Roman"/>
                <a:cs typeface="Times New Roman"/>
              </a:defRPr>
            </a:pPr>
            <a:r>
              <a:rPr sz="2175" b="0">
                <a:solidFill>
                  <a:srgbClr val="666666"/>
                </a:solidFill>
                <a:latin typeface="Times New Roman"/>
                <a:ea typeface="Times New Roman"/>
                <a:cs typeface="Times New Roman"/>
              </a:rPr>
              <a:t>Screenshot pending</a:t>
            </a:r>
          </a:p>
        </p:txBody>
      </p:sp>
      <p:sp>
        <p:nvSpPr>
          <p:cNvPr id="9" name="Stopped or reconnected">
            <a:extLst>
              <a:ext uri="{FF2B5EF4-FFF2-40B4-BE49-F238E27FC236}">
                <a16:creationId xmlns:a16="http://schemas.microsoft.com/office/drawing/2014/main" id="{D5D280F4-6E93-23C5-27DB-55525A2EF972}"/>
              </a:ext>
            </a:extLst>
          </p:cNvPr>
          <p:cNvSpPr>
            <a:spLocks noGrp="1"/>
          </p:cNvSpPr>
          <p:nvPr/>
        </p:nvSpPr>
        <p:spPr>
          <a:xfrm>
            <a:off x="8477250" y="1238250"/>
            <a:ext cx="3048000" cy="571500"/>
          </a:xfrm>
          <a:prstGeom prst="rect">
            <a:avLst/>
          </a:prstGeom>
          <a:noFill/>
          <a:ln w="0">
            <a:noFill/>
          </a:ln>
        </p:spPr>
        <p:txBody>
          <a:bodyPr lIns="76200" tIns="76200" rIns="76200" bIns="76200" anchor="ctr"/>
          <a:lstStyle>
            <a:defPPr algn="ctr">
              <a:defRPr sz="2250" b="1">
                <a:solidFill>
                  <a:srgbClr val="002060"/>
                </a:solidFill>
                <a:latin typeface="Times New Roman"/>
                <a:ea typeface="Times New Roman"/>
                <a:cs typeface="Times New Roman"/>
              </a:defRPr>
            </a:defPPr>
            <a:lvl1pPr algn="ctr">
              <a:defRPr sz="2250" b="1">
                <a:solidFill>
                  <a:srgbClr val="002060"/>
                </a:solidFill>
                <a:latin typeface="Times New Roman"/>
                <a:ea typeface="Times New Roman"/>
                <a:cs typeface="Times New Roman"/>
              </a:defRPr>
            </a:lvl1pPr>
            <a:lvl2pPr algn="ctr">
              <a:defRPr sz="2250" b="1">
                <a:solidFill>
                  <a:srgbClr val="002060"/>
                </a:solidFill>
                <a:latin typeface="Times New Roman"/>
                <a:ea typeface="Times New Roman"/>
                <a:cs typeface="Times New Roman"/>
              </a:defRPr>
            </a:lvl2pPr>
            <a:lvl3pPr algn="ctr">
              <a:defRPr sz="2250" b="1">
                <a:solidFill>
                  <a:srgbClr val="002060"/>
                </a:solidFill>
                <a:latin typeface="Times New Roman"/>
                <a:ea typeface="Times New Roman"/>
                <a:cs typeface="Times New Roman"/>
              </a:defRPr>
            </a:lvl3pPr>
            <a:lvl4pPr algn="ctr">
              <a:defRPr sz="2250" b="1">
                <a:solidFill>
                  <a:srgbClr val="002060"/>
                </a:solidFill>
                <a:latin typeface="Times New Roman"/>
                <a:ea typeface="Times New Roman"/>
                <a:cs typeface="Times New Roman"/>
              </a:defRPr>
            </a:lvl4pPr>
            <a:lvl5pPr algn="ctr">
              <a:defRPr sz="2250" b="1">
                <a:solidFill>
                  <a:srgbClr val="002060"/>
                </a:solidFill>
                <a:latin typeface="Times New Roman"/>
                <a:ea typeface="Times New Roman"/>
                <a:cs typeface="Times New Roman"/>
              </a:defRPr>
            </a:lvl5pPr>
            <a:lvl6pPr algn="ctr">
              <a:defRPr sz="2250" b="1">
                <a:solidFill>
                  <a:srgbClr val="002060"/>
                </a:solidFill>
                <a:latin typeface="Times New Roman"/>
                <a:ea typeface="Times New Roman"/>
                <a:cs typeface="Times New Roman"/>
              </a:defRPr>
            </a:lvl6pPr>
            <a:lvl7pPr algn="ctr">
              <a:defRPr sz="2250" b="1">
                <a:solidFill>
                  <a:srgbClr val="002060"/>
                </a:solidFill>
                <a:latin typeface="Times New Roman"/>
                <a:ea typeface="Times New Roman"/>
                <a:cs typeface="Times New Roman"/>
              </a:defRPr>
            </a:lvl7pPr>
            <a:lvl8pPr algn="ctr">
              <a:defRPr sz="2250" b="1">
                <a:solidFill>
                  <a:srgbClr val="002060"/>
                </a:solidFill>
                <a:latin typeface="Times New Roman"/>
                <a:ea typeface="Times New Roman"/>
                <a:cs typeface="Times New Roman"/>
              </a:defRPr>
            </a:lvl8pPr>
            <a:lvl9pPr algn="ctr">
              <a:defRPr sz="2250" b="1">
                <a:solidFill>
                  <a:srgbClr val="002060"/>
                </a:solidFill>
                <a:latin typeface="Times New Roman"/>
                <a:ea typeface="Times New Roman"/>
                <a:cs typeface="Times New Roman"/>
              </a:defRPr>
            </a:lvl9pPr>
          </a:lstStyle>
          <a:p>
            <a:pPr algn="ctr">
              <a:defRPr sz="2250" b="1">
                <a:solidFill>
                  <a:srgbClr val="002060"/>
                </a:solidFill>
                <a:latin typeface="Times New Roman"/>
                <a:ea typeface="Times New Roman"/>
                <a:cs typeface="Times New Roman"/>
              </a:defRPr>
            </a:pPr>
            <a:r>
              <a:rPr sz="2250" b="1">
                <a:solidFill>
                  <a:srgbClr val="002060"/>
                </a:solidFill>
                <a:latin typeface="Times New Roman"/>
                <a:ea typeface="Times New Roman"/>
                <a:cs typeface="Times New Roman"/>
              </a:rPr>
              <a:t>Stopped or reconnected</a:t>
            </a:r>
          </a:p>
        </p:txBody>
      </p:sp>
      <p:sp>
        <p:nvSpPr>
          <p:cNvPr id="10" name="Screenshot pending">
            <a:extLst>
              <a:ext uri="{FF2B5EF4-FFF2-40B4-BE49-F238E27FC236}">
                <a16:creationId xmlns:a16="http://schemas.microsoft.com/office/drawing/2014/main" id="{052947C7-05F8-A830-A56F-8A2FF21A8327}"/>
              </a:ext>
            </a:extLst>
          </p:cNvPr>
          <p:cNvSpPr>
            <a:spLocks noGrp="1"/>
          </p:cNvSpPr>
          <p:nvPr/>
        </p:nvSpPr>
        <p:spPr>
          <a:xfrm>
            <a:off x="8667750" y="2047875"/>
            <a:ext cx="2667000" cy="3048000"/>
          </a:xfrm>
          <a:prstGeom prst="rect">
            <a:avLst/>
          </a:prstGeom>
          <a:solidFill>
            <a:srgbClr val="F6F6F6"/>
          </a:solidFill>
          <a:ln w="14288">
            <a:solidFill>
              <a:srgbClr val="AAB4C4"/>
            </a:solidFill>
          </a:ln>
        </p:spPr>
        <p:txBody>
          <a:bodyPr lIns="76200" tIns="76200" rIns="76200" bIns="76200" anchor="ctr"/>
          <a:lstStyle>
            <a:defPPr algn="ctr">
              <a:defRPr sz="2175" b="0">
                <a:solidFill>
                  <a:srgbClr val="666666"/>
                </a:solidFill>
                <a:latin typeface="Times New Roman"/>
                <a:ea typeface="Times New Roman"/>
                <a:cs typeface="Times New Roman"/>
              </a:defRPr>
            </a:defPPr>
            <a:lvl1pPr algn="ctr">
              <a:defRPr sz="2175" b="0">
                <a:solidFill>
                  <a:srgbClr val="666666"/>
                </a:solidFill>
                <a:latin typeface="Times New Roman"/>
                <a:ea typeface="Times New Roman"/>
                <a:cs typeface="Times New Roman"/>
              </a:defRPr>
            </a:lvl1pPr>
            <a:lvl2pPr algn="ctr">
              <a:defRPr sz="2175" b="0">
                <a:solidFill>
                  <a:srgbClr val="666666"/>
                </a:solidFill>
                <a:latin typeface="Times New Roman"/>
                <a:ea typeface="Times New Roman"/>
                <a:cs typeface="Times New Roman"/>
              </a:defRPr>
            </a:lvl2pPr>
            <a:lvl3pPr algn="ctr">
              <a:defRPr sz="2175" b="0">
                <a:solidFill>
                  <a:srgbClr val="666666"/>
                </a:solidFill>
                <a:latin typeface="Times New Roman"/>
                <a:ea typeface="Times New Roman"/>
                <a:cs typeface="Times New Roman"/>
              </a:defRPr>
            </a:lvl3pPr>
            <a:lvl4pPr algn="ctr">
              <a:defRPr sz="2175" b="0">
                <a:solidFill>
                  <a:srgbClr val="666666"/>
                </a:solidFill>
                <a:latin typeface="Times New Roman"/>
                <a:ea typeface="Times New Roman"/>
                <a:cs typeface="Times New Roman"/>
              </a:defRPr>
            </a:lvl4pPr>
            <a:lvl5pPr algn="ctr">
              <a:defRPr sz="2175" b="0">
                <a:solidFill>
                  <a:srgbClr val="666666"/>
                </a:solidFill>
                <a:latin typeface="Times New Roman"/>
                <a:ea typeface="Times New Roman"/>
                <a:cs typeface="Times New Roman"/>
              </a:defRPr>
            </a:lvl5pPr>
            <a:lvl6pPr algn="ctr">
              <a:defRPr sz="2175" b="0">
                <a:solidFill>
                  <a:srgbClr val="666666"/>
                </a:solidFill>
                <a:latin typeface="Times New Roman"/>
                <a:ea typeface="Times New Roman"/>
                <a:cs typeface="Times New Roman"/>
              </a:defRPr>
            </a:lvl6pPr>
            <a:lvl7pPr algn="ctr">
              <a:defRPr sz="2175" b="0">
                <a:solidFill>
                  <a:srgbClr val="666666"/>
                </a:solidFill>
                <a:latin typeface="Times New Roman"/>
                <a:ea typeface="Times New Roman"/>
                <a:cs typeface="Times New Roman"/>
              </a:defRPr>
            </a:lvl7pPr>
            <a:lvl8pPr algn="ctr">
              <a:defRPr sz="2175" b="0">
                <a:solidFill>
                  <a:srgbClr val="666666"/>
                </a:solidFill>
                <a:latin typeface="Times New Roman"/>
                <a:ea typeface="Times New Roman"/>
                <a:cs typeface="Times New Roman"/>
              </a:defRPr>
            </a:lvl8pPr>
            <a:lvl9pPr algn="ctr">
              <a:defRPr sz="2175" b="0">
                <a:solidFill>
                  <a:srgbClr val="666666"/>
                </a:solidFill>
                <a:latin typeface="Times New Roman"/>
                <a:ea typeface="Times New Roman"/>
                <a:cs typeface="Times New Roman"/>
              </a:defRPr>
            </a:lvl9pPr>
          </a:lstStyle>
          <a:p>
            <a:pPr algn="ctr">
              <a:defRPr sz="2175" b="0">
                <a:solidFill>
                  <a:srgbClr val="666666"/>
                </a:solidFill>
                <a:latin typeface="Times New Roman"/>
                <a:ea typeface="Times New Roman"/>
                <a:cs typeface="Times New Roman"/>
              </a:defRPr>
            </a:pPr>
            <a:r>
              <a:rPr sz="2175" b="0">
                <a:solidFill>
                  <a:srgbClr val="666666"/>
                </a:solidFill>
                <a:latin typeface="Times New Roman"/>
                <a:ea typeface="Times New Roman"/>
                <a:cs typeface="Times New Roman"/>
              </a:rPr>
              <a:t>Screenshot pending</a:t>
            </a:r>
          </a:p>
        </p:txBody>
      </p:sp>
      <p:sp>
        <p:nvSpPr>
          <p:cNvPr id="11" name="Use real device captures. Pair the app displa">
            <a:extLst>
              <a:ext uri="{FF2B5EF4-FFF2-40B4-BE49-F238E27FC236}">
                <a16:creationId xmlns:a16="http://schemas.microsoft.com/office/drawing/2014/main" id="{1DBFD638-25F2-45BD-3A7B-3F7A398218BA}"/>
              </a:ext>
            </a:extLst>
          </p:cNvPr>
          <p:cNvSpPr>
            <a:spLocks noGrp="1"/>
          </p:cNvSpPr>
          <p:nvPr/>
        </p:nvSpPr>
        <p:spPr>
          <a:xfrm>
            <a:off x="523875" y="5857875"/>
            <a:ext cx="11144250" cy="419100"/>
          </a:xfrm>
          <a:prstGeom prst="rect">
            <a:avLst/>
          </a:prstGeom>
          <a:noFill/>
          <a:ln w="0">
            <a:noFill/>
          </a:ln>
        </p:spPr>
        <p:txBody>
          <a:bodyPr lIns="76200" tIns="76200" rIns="76200" bIns="76200" anchor="ctr"/>
          <a:lstStyle>
            <a:defPPr algn="l">
              <a:defRPr sz="1875" b="0">
                <a:solidFill>
                  <a:srgbClr val="0070C0"/>
                </a:solidFill>
                <a:latin typeface="Times New Roman"/>
                <a:ea typeface="Times New Roman"/>
                <a:cs typeface="Times New Roman"/>
              </a:defRPr>
            </a:defPPr>
            <a:lvl1pPr algn="l">
              <a:defRPr sz="1875" b="0">
                <a:solidFill>
                  <a:srgbClr val="0070C0"/>
                </a:solidFill>
                <a:latin typeface="Times New Roman"/>
                <a:ea typeface="Times New Roman"/>
                <a:cs typeface="Times New Roman"/>
              </a:defRPr>
            </a:lvl1pPr>
            <a:lvl2pPr algn="l">
              <a:defRPr sz="1875" b="0">
                <a:solidFill>
                  <a:srgbClr val="0070C0"/>
                </a:solidFill>
                <a:latin typeface="Times New Roman"/>
                <a:ea typeface="Times New Roman"/>
                <a:cs typeface="Times New Roman"/>
              </a:defRPr>
            </a:lvl2pPr>
            <a:lvl3pPr algn="l">
              <a:defRPr sz="1875" b="0">
                <a:solidFill>
                  <a:srgbClr val="0070C0"/>
                </a:solidFill>
                <a:latin typeface="Times New Roman"/>
                <a:ea typeface="Times New Roman"/>
                <a:cs typeface="Times New Roman"/>
              </a:defRPr>
            </a:lvl3pPr>
            <a:lvl4pPr algn="l">
              <a:defRPr sz="1875" b="0">
                <a:solidFill>
                  <a:srgbClr val="0070C0"/>
                </a:solidFill>
                <a:latin typeface="Times New Roman"/>
                <a:ea typeface="Times New Roman"/>
                <a:cs typeface="Times New Roman"/>
              </a:defRPr>
            </a:lvl4pPr>
            <a:lvl5pPr algn="l">
              <a:defRPr sz="1875" b="0">
                <a:solidFill>
                  <a:srgbClr val="0070C0"/>
                </a:solidFill>
                <a:latin typeface="Times New Roman"/>
                <a:ea typeface="Times New Roman"/>
                <a:cs typeface="Times New Roman"/>
              </a:defRPr>
            </a:lvl5pPr>
            <a:lvl6pPr algn="l">
              <a:defRPr sz="1875" b="0">
                <a:solidFill>
                  <a:srgbClr val="0070C0"/>
                </a:solidFill>
                <a:latin typeface="Times New Roman"/>
                <a:ea typeface="Times New Roman"/>
                <a:cs typeface="Times New Roman"/>
              </a:defRPr>
            </a:lvl6pPr>
            <a:lvl7pPr algn="l">
              <a:defRPr sz="1875" b="0">
                <a:solidFill>
                  <a:srgbClr val="0070C0"/>
                </a:solidFill>
                <a:latin typeface="Times New Roman"/>
                <a:ea typeface="Times New Roman"/>
                <a:cs typeface="Times New Roman"/>
              </a:defRPr>
            </a:lvl7pPr>
            <a:lvl8pPr algn="l">
              <a:defRPr sz="1875" b="0">
                <a:solidFill>
                  <a:srgbClr val="0070C0"/>
                </a:solidFill>
                <a:latin typeface="Times New Roman"/>
                <a:ea typeface="Times New Roman"/>
                <a:cs typeface="Times New Roman"/>
              </a:defRPr>
            </a:lvl8pPr>
            <a:lvl9pPr algn="l">
              <a:defRPr sz="1875" b="0">
                <a:solidFill>
                  <a:srgbClr val="0070C0"/>
                </a:solidFill>
                <a:latin typeface="Times New Roman"/>
                <a:ea typeface="Times New Roman"/>
                <a:cs typeface="Times New Roman"/>
              </a:defRPr>
            </a:lvl9pPr>
          </a:lstStyle>
          <a:p>
            <a:pPr algn="l">
              <a:defRPr sz="1875" b="0">
                <a:solidFill>
                  <a:srgbClr val="0070C0"/>
                </a:solidFill>
                <a:latin typeface="Times New Roman"/>
                <a:ea typeface="Times New Roman"/>
                <a:cs typeface="Times New Roman"/>
              </a:defRPr>
            </a:pPr>
            <a:endParaRPr sz="1875" b="0" dirty="0">
              <a:solidFill>
                <a:srgbClr val="0070C0"/>
              </a:solidFill>
              <a:latin typeface="Times New Roman"/>
              <a:ea typeface="Times New Roman"/>
              <a:cs typeface="Times New Roman"/>
            </a:endParaRPr>
          </a:p>
        </p:txBody>
      </p:sp>
      <p:sp>
        <p:nvSpPr>
          <p:cNvPr id="12" name="13">
            <a:extLst>
              <a:ext uri="{FF2B5EF4-FFF2-40B4-BE49-F238E27FC236}">
                <a16:creationId xmlns:a16="http://schemas.microsoft.com/office/drawing/2014/main" id="{FF7F7340-4D17-F9C6-BE25-0259878AD64D}"/>
              </a:ext>
            </a:extLst>
          </p:cNvPr>
          <p:cNvSpPr>
            <a:spLocks noGrp="1"/>
          </p:cNvSpPr>
          <p:nvPr/>
        </p:nvSpPr>
        <p:spPr>
          <a:xfrm>
            <a:off x="11430000" y="6496050"/>
            <a:ext cx="571500" cy="342900"/>
          </a:xfrm>
          <a:prstGeom prst="rect">
            <a:avLst/>
          </a:prstGeom>
          <a:noFill/>
          <a:ln w="0">
            <a:noFill/>
          </a:ln>
        </p:spPr>
        <p:txBody>
          <a:bodyPr lIns="76200" tIns="76200" rIns="76200" bIns="76200" anchor="ctr"/>
          <a:lstStyle>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a:pPr algn="r">
              <a:defRPr sz="1200" b="1">
                <a:solidFill>
                  <a:srgbClr val="FFFFFF"/>
                </a:solidFill>
                <a:latin typeface="Times New Roman"/>
                <a:ea typeface="Times New Roman"/>
                <a:cs typeface="Times New Roman"/>
              </a:defRPr>
            </a:pPr>
            <a:r>
              <a:rPr lang="en-IN" sz="1200" b="1">
                <a:solidFill>
                  <a:srgbClr val="FFFFFF"/>
                </a:solidFill>
                <a:latin typeface="Times New Roman"/>
                <a:ea typeface="Times New Roman"/>
                <a:cs typeface="Times New Roman"/>
              </a:rPr>
              <a:t>15</a:t>
            </a:r>
            <a:endParaRPr sz="1200" b="1">
              <a:solidFill>
                <a:srgbClr val="FFFFFF"/>
              </a:solidFill>
              <a:latin typeface="Times New Roman"/>
              <a:ea typeface="Times New Roman"/>
              <a:cs typeface="Times New Roman"/>
            </a:endParaRPr>
          </a:p>
        </p:txBody>
      </p:sp>
    </p:spTree>
    <p:extLst>
      <p:ext uri="{BB962C8B-B14F-4D97-AF65-F5344CB8AC3E}">
        <p14:creationId xmlns:p14="http://schemas.microsoft.com/office/powerpoint/2010/main" val="9259952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D393A-8365-3C41-2C17-6494BBBD7105}"/>
              </a:ext>
            </a:extLst>
          </p:cNvPr>
          <p:cNvSpPr>
            <a:spLocks noGrp="1"/>
          </p:cNvSpPr>
          <p:nvPr>
            <p:ph type="title"/>
          </p:nvPr>
        </p:nvSpPr>
        <p:spPr>
          <a:xfrm>
            <a:off x="0" y="0"/>
            <a:ext cx="12192000" cy="762000"/>
          </a:xfrm>
          <a:prstGeom prst="rect">
            <a:avLst/>
          </a:prstGeom>
          <a:solidFill>
            <a:srgbClr val="002060"/>
          </a:solidFill>
        </p:spPr>
        <p:txBody>
          <a:bodyPr>
            <a:normAutofit/>
          </a:bodyPr>
          <a:lstStyle>
            <a:defPPr algn="ctr">
              <a:defRPr sz="4050" b="1">
                <a:solidFill>
                  <a:srgbClr val="FFFFFF"/>
                </a:solidFill>
                <a:latin typeface="Times New Roman"/>
                <a:ea typeface="Times New Roman"/>
                <a:cs typeface="Times New Roman"/>
              </a:defRPr>
            </a:defPPr>
            <a:lvl1pPr algn="ctr">
              <a:buNone/>
              <a:defRPr sz="4050" b="1">
                <a:solidFill>
                  <a:srgbClr val="FFFFFF"/>
                </a:solidFill>
                <a:latin typeface="Times New Roman"/>
                <a:ea typeface="Times New Roman"/>
                <a:cs typeface="Times New Roman"/>
              </a:defRPr>
            </a:lvl1pPr>
            <a:lvl2pPr algn="ctr">
              <a:buNone/>
              <a:defRPr sz="4050" b="1">
                <a:solidFill>
                  <a:srgbClr val="FFFFFF"/>
                </a:solidFill>
                <a:latin typeface="Times New Roman"/>
                <a:ea typeface="Times New Roman"/>
                <a:cs typeface="Times New Roman"/>
              </a:defRPr>
            </a:lvl2pPr>
            <a:lvl3pPr algn="ctr">
              <a:buNone/>
              <a:defRPr sz="4050" b="1">
                <a:solidFill>
                  <a:srgbClr val="FFFFFF"/>
                </a:solidFill>
                <a:latin typeface="Times New Roman"/>
                <a:ea typeface="Times New Roman"/>
                <a:cs typeface="Times New Roman"/>
              </a:defRPr>
            </a:lvl3pPr>
            <a:lvl4pPr algn="ctr">
              <a:buNone/>
              <a:defRPr sz="4050" b="1">
                <a:solidFill>
                  <a:srgbClr val="FFFFFF"/>
                </a:solidFill>
                <a:latin typeface="Times New Roman"/>
                <a:ea typeface="Times New Roman"/>
                <a:cs typeface="Times New Roman"/>
              </a:defRPr>
            </a:lvl4pPr>
            <a:lvl5pPr algn="ctr">
              <a:buNone/>
              <a:defRPr sz="4050" b="1">
                <a:solidFill>
                  <a:srgbClr val="FFFFFF"/>
                </a:solidFill>
                <a:latin typeface="Times New Roman"/>
                <a:ea typeface="Times New Roman"/>
                <a:cs typeface="Times New Roman"/>
              </a:defRPr>
            </a:lvl5pPr>
            <a:lvl6pPr algn="ctr">
              <a:buNone/>
              <a:defRPr sz="4050" b="1">
                <a:solidFill>
                  <a:srgbClr val="FFFFFF"/>
                </a:solidFill>
                <a:latin typeface="Times New Roman"/>
                <a:ea typeface="Times New Roman"/>
                <a:cs typeface="Times New Roman"/>
              </a:defRPr>
            </a:lvl6pPr>
            <a:lvl7pPr algn="ctr">
              <a:buNone/>
              <a:defRPr sz="4050" b="1">
                <a:solidFill>
                  <a:srgbClr val="FFFFFF"/>
                </a:solidFill>
                <a:latin typeface="Times New Roman"/>
                <a:ea typeface="Times New Roman"/>
                <a:cs typeface="Times New Roman"/>
              </a:defRPr>
            </a:lvl7pPr>
            <a:lvl8pPr algn="ctr">
              <a:buNone/>
              <a:defRPr sz="4050" b="1">
                <a:solidFill>
                  <a:srgbClr val="FFFFFF"/>
                </a:solidFill>
                <a:latin typeface="Times New Roman"/>
                <a:ea typeface="Times New Roman"/>
                <a:cs typeface="Times New Roman"/>
              </a:defRPr>
            </a:lvl8pPr>
            <a:lvl9pPr algn="ctr">
              <a:buNone/>
              <a:defRPr sz="4050" b="1">
                <a:solidFill>
                  <a:srgbClr val="FFFFFF"/>
                </a:solidFill>
                <a:latin typeface="Times New Roman"/>
                <a:ea typeface="Times New Roman"/>
                <a:cs typeface="Times New Roman"/>
              </a:defRPr>
            </a:lvl9pPr>
          </a:lstStyle>
          <a:p>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Conclusion and Future Work</a:t>
            </a:r>
          </a:p>
        </p:txBody>
      </p:sp>
      <p:sp>
        <p:nvSpPr>
          <p:cNvPr id="4" name="Footer Placeholder 3">
            <a:extLst>
              <a:ext uri="{FF2B5EF4-FFF2-40B4-BE49-F238E27FC236}">
                <a16:creationId xmlns:a16="http://schemas.microsoft.com/office/drawing/2014/main" id="{3D9C6012-FCED-4937-A4AB-8CEEC135A13C}"/>
              </a:ext>
            </a:extLst>
          </p:cNvPr>
          <p:cNvSpPr>
            <a:spLocks noGrp="1"/>
          </p:cNvSpPr>
          <p:nvPr>
            <p:ph type="ftr" idx="11"/>
          </p:nvPr>
        </p:nvSpPr>
        <p:spPr>
          <a:xfrm>
            <a:off x="0" y="6492907"/>
            <a:ext cx="12192000" cy="365093"/>
          </a:xfrm>
          <a:prstGeom prst="rect">
            <a:avLst/>
          </a:prstGeom>
          <a:solidFill>
            <a:srgbClr val="002060"/>
          </a:solidFill>
        </p:spPr>
        <p:txBody>
          <a:bodyPr/>
          <a:lstStyle>
            <a:defPPr>
              <a:defRPr sz="1200" b="1">
                <a:solidFill>
                  <a:srgbClr val="FFFFFF"/>
                </a:solidFill>
                <a:latin typeface="Times New Roman"/>
                <a:ea typeface="Times New Roman"/>
                <a:cs typeface="Times New Roman"/>
              </a:defRPr>
            </a:defPPr>
            <a:lvl1pPr>
              <a:buNone/>
              <a:defRPr sz="1200" b="1">
                <a:solidFill>
                  <a:srgbClr val="FFFFFF"/>
                </a:solidFill>
                <a:latin typeface="Times New Roman"/>
                <a:ea typeface="Times New Roman"/>
                <a:cs typeface="Times New Roman"/>
              </a:defRPr>
            </a:lvl1pPr>
            <a:lvl2pPr>
              <a:buNone/>
              <a:defRPr sz="1200" b="1">
                <a:solidFill>
                  <a:srgbClr val="FFFFFF"/>
                </a:solidFill>
                <a:latin typeface="Times New Roman"/>
                <a:ea typeface="Times New Roman"/>
                <a:cs typeface="Times New Roman"/>
              </a:defRPr>
            </a:lvl2pPr>
            <a:lvl3pPr>
              <a:buNone/>
              <a:defRPr sz="1200" b="1">
                <a:solidFill>
                  <a:srgbClr val="FFFFFF"/>
                </a:solidFill>
                <a:latin typeface="Times New Roman"/>
                <a:ea typeface="Times New Roman"/>
                <a:cs typeface="Times New Roman"/>
              </a:defRPr>
            </a:lvl3pPr>
            <a:lvl4pPr>
              <a:buNone/>
              <a:defRPr sz="1200" b="1">
                <a:solidFill>
                  <a:srgbClr val="FFFFFF"/>
                </a:solidFill>
                <a:latin typeface="Times New Roman"/>
                <a:ea typeface="Times New Roman"/>
                <a:cs typeface="Times New Roman"/>
              </a:defRPr>
            </a:lvl4pPr>
            <a:lvl5pPr>
              <a:buNone/>
              <a:defRPr sz="1200" b="1">
                <a:solidFill>
                  <a:srgbClr val="FFFFFF"/>
                </a:solidFill>
                <a:latin typeface="Times New Roman"/>
                <a:ea typeface="Times New Roman"/>
                <a:cs typeface="Times New Roman"/>
              </a:defRPr>
            </a:lvl5pPr>
            <a:lvl6pPr>
              <a:buNone/>
              <a:defRPr sz="1200" b="1">
                <a:solidFill>
                  <a:srgbClr val="FFFFFF"/>
                </a:solidFill>
                <a:latin typeface="Times New Roman"/>
                <a:ea typeface="Times New Roman"/>
                <a:cs typeface="Times New Roman"/>
              </a:defRPr>
            </a:lvl6pPr>
            <a:lvl7pPr>
              <a:buNone/>
              <a:defRPr sz="1200" b="1">
                <a:solidFill>
                  <a:srgbClr val="FFFFFF"/>
                </a:solidFill>
                <a:latin typeface="Times New Roman"/>
                <a:ea typeface="Times New Roman"/>
                <a:cs typeface="Times New Roman"/>
              </a:defRPr>
            </a:lvl7pPr>
            <a:lvl8pPr>
              <a:buNone/>
              <a:defRPr sz="1200" b="1">
                <a:solidFill>
                  <a:srgbClr val="FFFFFF"/>
                </a:solidFill>
                <a:latin typeface="Times New Roman"/>
                <a:ea typeface="Times New Roman"/>
                <a:cs typeface="Times New Roman"/>
              </a:defRPr>
            </a:lvl8pPr>
            <a:lvl9pPr>
              <a:buNone/>
              <a:defRPr sz="1200" b="1">
                <a:solidFill>
                  <a:srgbClr val="FFFFFF"/>
                </a:solidFill>
                <a:latin typeface="Times New Roman"/>
                <a:ea typeface="Times New Roman"/>
                <a:cs typeface="Times New Roman"/>
              </a:defRPr>
            </a:lvl9pPr>
          </a:lstStyle>
          <a:p>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sp>
        <p:nvSpPr>
          <p:cNvPr id="15" name="14">
            <a:extLst>
              <a:ext uri="{FF2B5EF4-FFF2-40B4-BE49-F238E27FC236}">
                <a16:creationId xmlns:a16="http://schemas.microsoft.com/office/drawing/2014/main" id="{B84EC8C5-B46C-4435-9A1C-74A4C9868B47}"/>
              </a:ext>
            </a:extLst>
          </p:cNvPr>
          <p:cNvSpPr>
            <a:spLocks noGrp="1"/>
          </p:cNvSpPr>
          <p:nvPr/>
        </p:nvSpPr>
        <p:spPr>
          <a:xfrm>
            <a:off x="11430000" y="6496050"/>
            <a:ext cx="571500" cy="342900"/>
          </a:xfrm>
          <a:prstGeom prst="rect">
            <a:avLst/>
          </a:prstGeom>
          <a:noFill/>
          <a:ln w="0">
            <a:noFill/>
          </a:ln>
        </p:spPr>
        <p:txBody>
          <a:bodyPr lIns="76200" tIns="76200" rIns="76200" bIns="76200" anchor="ctr"/>
          <a:lstStyle>
            <a:defPPr algn="r">
              <a:defRPr sz="1200" b="1">
                <a:solidFill>
                  <a:srgbClr val="FFFFFF"/>
                </a:solidFill>
                <a:latin typeface="Times New Roman"/>
                <a:ea typeface="Times New Roman"/>
                <a:cs typeface="Times New Roman"/>
              </a:defRPr>
            </a:defPPr>
            <a:lvl1pPr algn="r">
              <a:buNone/>
              <a:defRPr sz="1200" b="1">
                <a:solidFill>
                  <a:srgbClr val="FFFFFF"/>
                </a:solidFill>
                <a:latin typeface="Times New Roman"/>
                <a:ea typeface="Times New Roman"/>
                <a:cs typeface="Times New Roman"/>
              </a:defRPr>
            </a:lvl1pPr>
            <a:lvl2pPr algn="r">
              <a:buNone/>
              <a:defRPr sz="1200" b="1">
                <a:solidFill>
                  <a:srgbClr val="FFFFFF"/>
                </a:solidFill>
                <a:latin typeface="Times New Roman"/>
                <a:ea typeface="Times New Roman"/>
                <a:cs typeface="Times New Roman"/>
              </a:defRPr>
            </a:lvl2pPr>
            <a:lvl3pPr algn="r">
              <a:buNone/>
              <a:defRPr sz="1200" b="1">
                <a:solidFill>
                  <a:srgbClr val="FFFFFF"/>
                </a:solidFill>
                <a:latin typeface="Times New Roman"/>
                <a:ea typeface="Times New Roman"/>
                <a:cs typeface="Times New Roman"/>
              </a:defRPr>
            </a:lvl3pPr>
            <a:lvl4pPr algn="r">
              <a:buNone/>
              <a:defRPr sz="1200" b="1">
                <a:solidFill>
                  <a:srgbClr val="FFFFFF"/>
                </a:solidFill>
                <a:latin typeface="Times New Roman"/>
                <a:ea typeface="Times New Roman"/>
                <a:cs typeface="Times New Roman"/>
              </a:defRPr>
            </a:lvl4pPr>
            <a:lvl5pPr algn="r">
              <a:buNone/>
              <a:defRPr sz="1200" b="1">
                <a:solidFill>
                  <a:srgbClr val="FFFFFF"/>
                </a:solidFill>
                <a:latin typeface="Times New Roman"/>
                <a:ea typeface="Times New Roman"/>
                <a:cs typeface="Times New Roman"/>
              </a:defRPr>
            </a:lvl5pPr>
            <a:lvl6pPr algn="r">
              <a:buNone/>
              <a:defRPr sz="1200" b="1">
                <a:solidFill>
                  <a:srgbClr val="FFFFFF"/>
                </a:solidFill>
                <a:latin typeface="Times New Roman"/>
                <a:ea typeface="Times New Roman"/>
                <a:cs typeface="Times New Roman"/>
              </a:defRPr>
            </a:lvl6pPr>
            <a:lvl7pPr algn="r">
              <a:buNone/>
              <a:defRPr sz="1200" b="1">
                <a:solidFill>
                  <a:srgbClr val="FFFFFF"/>
                </a:solidFill>
                <a:latin typeface="Times New Roman"/>
                <a:ea typeface="Times New Roman"/>
                <a:cs typeface="Times New Roman"/>
              </a:defRPr>
            </a:lvl7pPr>
            <a:lvl8pPr algn="r">
              <a:buNone/>
              <a:defRPr sz="1200" b="1">
                <a:solidFill>
                  <a:srgbClr val="FFFFFF"/>
                </a:solidFill>
                <a:latin typeface="Times New Roman"/>
                <a:ea typeface="Times New Roman"/>
                <a:cs typeface="Times New Roman"/>
              </a:defRPr>
            </a:lvl8pPr>
            <a:lvl9pPr algn="r">
              <a:buNone/>
              <a:defRPr sz="1200" b="1">
                <a:solidFill>
                  <a:srgbClr val="FFFFFF"/>
                </a:solidFill>
                <a:latin typeface="Times New Roman"/>
                <a:ea typeface="Times New Roman"/>
                <a:cs typeface="Times New Roman"/>
              </a:defRPr>
            </a:lvl9pPr>
          </a:lstStyle>
          <a:p>
            <a:pPr algn="r">
              <a:buNone/>
              <a:defRPr sz="1200" b="1">
                <a:solidFill>
                  <a:srgbClr val="FFFFFF"/>
                </a:solidFill>
                <a:latin typeface="Times New Roman"/>
                <a:ea typeface="Times New Roman"/>
                <a:cs typeface="Times New Roman"/>
              </a:defRPr>
            </a:pPr>
            <a:r>
              <a:rPr lang="en-IN" sz="1200" b="1">
                <a:solidFill>
                  <a:srgbClr val="FFFFFF"/>
                </a:solidFill>
                <a:latin typeface="Times New Roman"/>
                <a:ea typeface="Times New Roman"/>
                <a:cs typeface="Times New Roman"/>
              </a:rPr>
              <a:t>16</a:t>
            </a:r>
            <a:endParaRPr sz="1200" b="1">
              <a:solidFill>
                <a:srgbClr val="FFFFFF"/>
              </a:solidFill>
              <a:latin typeface="Times New Roman"/>
              <a:ea typeface="Times New Roman"/>
              <a:cs typeface="Times New Roman"/>
            </a:endParaRPr>
          </a:p>
        </p:txBody>
      </p:sp>
      <p:sp>
        <p:nvSpPr>
          <p:cNvPr id="16" name="Conclusion and future work bullets">
            <a:extLst>
              <a:ext uri="{FF2B5EF4-FFF2-40B4-BE49-F238E27FC236}">
                <a16:creationId xmlns:a16="http://schemas.microsoft.com/office/drawing/2014/main" id="{E4ABBF5B-8045-467A-B70B-6EC5DD7F3F99}"/>
              </a:ext>
            </a:extLst>
          </p:cNvPr>
          <p:cNvSpPr>
            <a:spLocks noGrp="1"/>
          </p:cNvSpPr>
          <p:nvPr/>
        </p:nvSpPr>
        <p:spPr>
          <a:xfrm>
            <a:off x="762000" y="1333500"/>
            <a:ext cx="10668000" cy="4524375"/>
          </a:xfrm>
          <a:prstGeom prst="rect">
            <a:avLst/>
          </a:prstGeom>
          <a:noFill/>
          <a:ln w="0">
            <a:noFill/>
          </a:ln>
        </p:spPr>
        <p:txBody>
          <a:bodyPr lIns="0" tIns="0" rIns="0" bIns="0">
            <a:noAutofit/>
          </a:bodyPr>
          <a:lstStyle>
            <a:defPPr>
              <a:defRPr sz="2625">
                <a:solidFill>
                  <a:srgbClr val="111111"/>
                </a:solidFill>
                <a:latin typeface="Times New Roman"/>
                <a:ea typeface="Times New Roman"/>
                <a:cs typeface="Times New Roman"/>
              </a:defRPr>
            </a:defPPr>
            <a:lvl1pPr>
              <a:defRPr sz="2625">
                <a:solidFill>
                  <a:srgbClr val="111111"/>
                </a:solidFill>
                <a:latin typeface="Times New Roman"/>
                <a:ea typeface="Times New Roman"/>
                <a:cs typeface="Times New Roman"/>
              </a:defRPr>
            </a:lvl1pPr>
            <a:lvl2pPr>
              <a:defRPr sz="2625">
                <a:solidFill>
                  <a:srgbClr val="111111"/>
                </a:solidFill>
                <a:latin typeface="Times New Roman"/>
                <a:ea typeface="Times New Roman"/>
                <a:cs typeface="Times New Roman"/>
              </a:defRPr>
            </a:lvl2pPr>
            <a:lvl3pPr>
              <a:defRPr sz="2625">
                <a:solidFill>
                  <a:srgbClr val="111111"/>
                </a:solidFill>
                <a:latin typeface="Times New Roman"/>
                <a:ea typeface="Times New Roman"/>
                <a:cs typeface="Times New Roman"/>
              </a:defRPr>
            </a:lvl3pPr>
            <a:lvl4pPr>
              <a:defRPr sz="2625">
                <a:solidFill>
                  <a:srgbClr val="111111"/>
                </a:solidFill>
                <a:latin typeface="Times New Roman"/>
                <a:ea typeface="Times New Roman"/>
                <a:cs typeface="Times New Roman"/>
              </a:defRPr>
            </a:lvl4pPr>
            <a:lvl5pPr>
              <a:defRPr sz="2625">
                <a:solidFill>
                  <a:srgbClr val="111111"/>
                </a:solidFill>
                <a:latin typeface="Times New Roman"/>
                <a:ea typeface="Times New Roman"/>
                <a:cs typeface="Times New Roman"/>
              </a:defRPr>
            </a:lvl5pPr>
            <a:lvl6pPr>
              <a:defRPr sz="2625">
                <a:solidFill>
                  <a:srgbClr val="111111"/>
                </a:solidFill>
                <a:latin typeface="Times New Roman"/>
                <a:ea typeface="Times New Roman"/>
                <a:cs typeface="Times New Roman"/>
              </a:defRPr>
            </a:lvl6pPr>
            <a:lvl7pPr>
              <a:defRPr sz="2625">
                <a:solidFill>
                  <a:srgbClr val="111111"/>
                </a:solidFill>
                <a:latin typeface="Times New Roman"/>
                <a:ea typeface="Times New Roman"/>
                <a:cs typeface="Times New Roman"/>
              </a:defRPr>
            </a:lvl7pPr>
            <a:lvl8pPr>
              <a:defRPr sz="2625">
                <a:solidFill>
                  <a:srgbClr val="111111"/>
                </a:solidFill>
                <a:latin typeface="Times New Roman"/>
                <a:ea typeface="Times New Roman"/>
                <a:cs typeface="Times New Roman"/>
              </a:defRPr>
            </a:lvl8pPr>
            <a:lvl9pPr>
              <a:defRPr sz="2625">
                <a:solidFill>
                  <a:srgbClr val="111111"/>
                </a:solidFill>
                <a:latin typeface="Times New Roman"/>
                <a:ea typeface="Times New Roman"/>
                <a:cs typeface="Times New Roman"/>
              </a:defRPr>
            </a:lvl9pPr>
          </a:lstStyle>
          <a:p>
            <a:pPr marL="304800" indent="-152400">
              <a:spcAft>
                <a:spcPts val="2000"/>
              </a:spcAft>
              <a:buChar char="•"/>
              <a:defRPr sz="2625">
                <a:solidFill>
                  <a:srgbClr val="111111"/>
                </a:solidFill>
                <a:latin typeface="Times New Roman"/>
                <a:ea typeface="Times New Roman"/>
                <a:cs typeface="Times New Roman"/>
              </a:defRPr>
            </a:pPr>
            <a:r>
              <a:rPr sz="2625">
                <a:solidFill>
                  <a:srgbClr val="111111"/>
                </a:solidFill>
                <a:latin typeface="Times New Roman"/>
                <a:ea typeface="Times New Roman"/>
                <a:cs typeface="Times New Roman"/>
              </a:rPr>
              <a:t>Implemented ESP32 BLE communication and a Flutter app for simulated vitals.</a:t>
            </a:r>
          </a:p>
          <a:p>
            <a:pPr marL="304800" indent="-152400">
              <a:spcAft>
                <a:spcPts val="2000"/>
              </a:spcAft>
              <a:buChar char="•"/>
              <a:defRPr sz="2625">
                <a:solidFill>
                  <a:srgbClr val="111111"/>
                </a:solidFill>
                <a:latin typeface="Times New Roman"/>
                <a:ea typeface="Times New Roman"/>
                <a:cs typeface="Times New Roman"/>
              </a:defRPr>
            </a:pPr>
            <a:r>
              <a:rPr sz="2625">
                <a:solidFill>
                  <a:srgbClr val="111111"/>
                </a:solidFill>
                <a:latin typeface="Times New Roman"/>
                <a:ea typeface="Times New Roman"/>
                <a:cs typeface="Times New Roman"/>
              </a:rPr>
              <a:t>Supported device discovery, encrypted connection and start/stop control.</a:t>
            </a:r>
          </a:p>
          <a:p>
            <a:pPr marL="304800" indent="-152400">
              <a:spcAft>
                <a:spcPts val="2000"/>
              </a:spcAft>
              <a:buChar char="•"/>
              <a:defRPr sz="2625">
                <a:solidFill>
                  <a:srgbClr val="111111"/>
                </a:solidFill>
                <a:latin typeface="Times New Roman"/>
                <a:ea typeface="Times New Roman"/>
                <a:cs typeface="Times New Roman"/>
              </a:defRPr>
            </a:pPr>
            <a:r>
              <a:rPr sz="2625">
                <a:solidFill>
                  <a:srgbClr val="111111"/>
                </a:solidFill>
                <a:latin typeface="Times New Roman"/>
                <a:ea typeface="Times New Roman"/>
                <a:cs typeface="Times New Roman"/>
              </a:rPr>
              <a:t>Integrate physical sensors, OLED and the full RTOS task pipeline.</a:t>
            </a:r>
          </a:p>
          <a:p>
            <a:pPr marL="304800" indent="-152400">
              <a:spcAft>
                <a:spcPts val="2000"/>
              </a:spcAft>
              <a:buChar char="•"/>
              <a:defRPr sz="2625">
                <a:solidFill>
                  <a:srgbClr val="111111"/>
                </a:solidFill>
                <a:latin typeface="Times New Roman"/>
                <a:ea typeface="Times New Roman"/>
                <a:cs typeface="Times New Roman"/>
              </a:defRPr>
            </a:pPr>
            <a:r>
              <a:rPr sz="2625">
                <a:solidFill>
                  <a:srgbClr val="111111"/>
                </a:solidFill>
                <a:latin typeface="Times New Roman"/>
                <a:ea typeface="Times New Roman"/>
                <a:cs typeface="Times New Roman"/>
              </a:rPr>
              <a:t>Add persistent uploads, cloud services and the hospital dashboard.</a:t>
            </a:r>
          </a:p>
          <a:p>
            <a:pPr marL="304800" indent="-152400">
              <a:spcAft>
                <a:spcPts val="2000"/>
              </a:spcAft>
              <a:buChar char="•"/>
              <a:defRPr sz="2625">
                <a:solidFill>
                  <a:srgbClr val="111111"/>
                </a:solidFill>
                <a:latin typeface="Times New Roman"/>
                <a:ea typeface="Times New Roman"/>
                <a:cs typeface="Times New Roman"/>
              </a:defRPr>
            </a:pPr>
            <a:r>
              <a:rPr sz="2625">
                <a:solidFill>
                  <a:srgbClr val="111111"/>
                </a:solidFill>
                <a:latin typeface="Times New Roman"/>
                <a:ea typeface="Times New Roman"/>
                <a:cs typeface="Times New Roman"/>
              </a:rPr>
              <a:t>Develop GPS tracking, ETA estimation and ML risk prediction.</a:t>
            </a:r>
          </a:p>
        </p:txBody>
      </p:sp>
    </p:spTree>
    <p:extLst>
      <p:ext uri="{BB962C8B-B14F-4D97-AF65-F5344CB8AC3E}">
        <p14:creationId xmlns:p14="http://schemas.microsoft.com/office/powerpoint/2010/main" val="17335963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D393A-8365-3C41-2C17-6494BBBD7105}"/>
              </a:ext>
            </a:extLst>
          </p:cNvPr>
          <p:cNvSpPr>
            <a:spLocks noGrp="1"/>
          </p:cNvSpPr>
          <p:nvPr>
            <p:ph type="title"/>
          </p:nvPr>
        </p:nvSpPr>
        <p:spPr>
          <a:xfrm>
            <a:off x="0" y="1"/>
            <a:ext cx="12192000" cy="765809"/>
          </a:xfrm>
          <a:prstGeom prst="rect">
            <a:avLst/>
          </a:prstGeom>
          <a:solidFill>
            <a:srgbClr val="002060"/>
          </a:solidFill>
        </p:spPr>
        <p:txBody>
          <a:bodyPr>
            <a:normAutofit/>
          </a:bodyPr>
          <a:lstStyle/>
          <a:p>
            <a:pPr algn="ctr">
              <a:buNone/>
            </a:pPr>
            <a:endParaRPr sz="3600" b="1">
              <a:solidFill>
                <a:schemeClr val="bg1"/>
              </a:solidFill>
              <a:latin typeface="Times New Roman"/>
              <a:ea typeface="Times New Roman"/>
              <a:cs typeface="Times New Roman"/>
            </a:endParaRPr>
          </a:p>
        </p:txBody>
      </p:sp>
      <p:sp>
        <p:nvSpPr>
          <p:cNvPr id="4" name="Footer Placeholder 3">
            <a:extLst>
              <a:ext uri="{FF2B5EF4-FFF2-40B4-BE49-F238E27FC236}">
                <a16:creationId xmlns:a16="http://schemas.microsoft.com/office/drawing/2014/main" id="{3D9C6012-FCED-4937-A4AB-8CEEC135A13C}"/>
              </a:ext>
            </a:extLst>
          </p:cNvPr>
          <p:cNvSpPr>
            <a:spLocks noGrp="1"/>
          </p:cNvSpPr>
          <p:nvPr>
            <p:ph type="ftr" idx="11"/>
          </p:nvPr>
        </p:nvSpPr>
        <p:spPr>
          <a:xfrm>
            <a:off x="0" y="6492907"/>
            <a:ext cx="12192000" cy="365093"/>
          </a:xfrm>
          <a:prstGeom prst="rect">
            <a:avLst/>
          </a:prstGeom>
          <a:solidFill>
            <a:srgbClr val="002060"/>
          </a:solidFill>
        </p:spPr>
        <p:txBody>
          <a:bodyPr/>
          <a:lstStyle>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sp>
        <p:nvSpPr>
          <p:cNvPr id="7" name="TextBox 6">
            <a:extLst>
              <a:ext uri="{FF2B5EF4-FFF2-40B4-BE49-F238E27FC236}">
                <a16:creationId xmlns:a16="http://schemas.microsoft.com/office/drawing/2014/main" id="{1C9D027C-64E9-914D-D965-A429BBC87943}"/>
              </a:ext>
            </a:extLst>
          </p:cNvPr>
          <p:cNvSpPr>
            <a:spLocks noGrp="1"/>
          </p:cNvSpPr>
          <p:nvPr/>
        </p:nvSpPr>
        <p:spPr>
          <a:xfrm>
            <a:off x="4563762" y="3429000"/>
            <a:ext cx="3387722" cy="1015663"/>
          </a:xfrm>
          <a:prstGeom prst="rect">
            <a:avLst/>
          </a:prstGeom>
          <a:noFill/>
        </p:spPr>
        <p:txBody>
          <a:bodyPr wrap="none">
            <a:spAutoFit/>
          </a:bodyPr>
          <a:lstStyle/>
          <a:p>
            <a:r>
              <a:rPr sz="6000">
                <a:solidFill>
                  <a:srgbClr val="0070C0"/>
                </a:solidFill>
              </a:rPr>
              <a:t>Thank You</a:t>
            </a:r>
          </a:p>
        </p:txBody>
      </p:sp>
      <p:sp>
        <p:nvSpPr>
          <p:cNvPr id="8" name="15">
            <a:extLst>
              <a:ext uri="{FF2B5EF4-FFF2-40B4-BE49-F238E27FC236}">
                <a16:creationId xmlns:a16="http://schemas.microsoft.com/office/drawing/2014/main" id="{5A51434F-8A9A-48B7-AE15-5E50A8D5B94F}"/>
              </a:ext>
            </a:extLst>
          </p:cNvPr>
          <p:cNvSpPr>
            <a:spLocks noGrp="1"/>
          </p:cNvSpPr>
          <p:nvPr/>
        </p:nvSpPr>
        <p:spPr>
          <a:xfrm>
            <a:off x="11430000" y="6496050"/>
            <a:ext cx="571500" cy="342900"/>
          </a:xfrm>
          <a:prstGeom prst="rect">
            <a:avLst/>
          </a:prstGeom>
          <a:noFill/>
          <a:ln w="0">
            <a:noFill/>
          </a:ln>
        </p:spPr>
        <p:txBody>
          <a:bodyPr lIns="76200" tIns="76200" rIns="76200" bIns="76200" anchor="ctr"/>
          <a:lstStyle>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a:pPr algn="r">
              <a:defRPr sz="1200" b="1">
                <a:solidFill>
                  <a:srgbClr val="FFFFFF"/>
                </a:solidFill>
                <a:latin typeface="Times New Roman"/>
                <a:ea typeface="Times New Roman"/>
                <a:cs typeface="Times New Roman"/>
              </a:defRPr>
            </a:pPr>
            <a:r>
              <a:rPr lang="en-IN" sz="1200" b="1">
                <a:solidFill>
                  <a:srgbClr val="FFFFFF"/>
                </a:solidFill>
                <a:latin typeface="Times New Roman"/>
                <a:ea typeface="Times New Roman"/>
                <a:cs typeface="Times New Roman"/>
              </a:rPr>
              <a:t>17</a:t>
            </a:r>
            <a:endParaRPr sz="1200" b="1">
              <a:solidFill>
                <a:srgbClr val="FFFFFF"/>
              </a:solidFill>
              <a:latin typeface="Times New Roman"/>
              <a:ea typeface="Times New Roman"/>
              <a:cs typeface="Times New Roman"/>
            </a:endParaRPr>
          </a:p>
        </p:txBody>
      </p:sp>
    </p:spTree>
    <p:extLst>
      <p:ext uri="{BB962C8B-B14F-4D97-AF65-F5344CB8AC3E}">
        <p14:creationId xmlns:p14="http://schemas.microsoft.com/office/powerpoint/2010/main" val="310531219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TotalTime>
  <Words>2811</Words>
  <Application>Microsoft Office PowerPoint</Application>
  <DocSecurity>0</DocSecurity>
  <PresentationFormat>Widescreen</PresentationFormat>
  <Paragraphs>267</Paragraphs>
  <Slides>17</Slides>
  <Notes>15</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17</vt:i4>
      </vt:variant>
    </vt:vector>
  </HeadingPairs>
  <TitlesOfParts>
    <vt:vector size="23" baseType="lpstr">
      <vt:lpstr>Arial</vt:lpstr>
      <vt:lpstr>Calibri</vt:lpstr>
      <vt:lpstr>Calibri Light</vt:lpstr>
      <vt:lpstr>Times New Roman</vt:lpstr>
      <vt:lpstr>Office Theme</vt:lpstr>
      <vt:lpstr>Office Theme</vt:lpstr>
      <vt:lpstr>Project Work Phase-2        7th semester  AY: 2026-27</vt:lpstr>
      <vt:lpstr>Project Objectives</vt:lpstr>
      <vt:lpstr>Architecture</vt:lpstr>
      <vt:lpstr>PowerPoint Presentation</vt:lpstr>
      <vt:lpstr>BLE Communication Workflow</vt:lpstr>
      <vt:lpstr>Methods and Design Comparison</vt:lpstr>
      <vt:lpstr>Functional Requirements</vt:lpstr>
      <vt:lpstr>Non-Functional Requirements</vt:lpstr>
      <vt:lpstr>Wi-Fi vs BLE: Design Rationale</vt:lpstr>
      <vt:lpstr>BLE Test Cases</vt:lpstr>
      <vt:lpstr>Planned Integration Tests</vt:lpstr>
      <vt:lpstr>Implementation Status</vt:lpstr>
      <vt:lpstr>Prototype Evidence</vt:lpstr>
      <vt:lpstr>Prototype Evidence</vt:lpstr>
      <vt:lpstr>Prototype Evidence</vt:lpstr>
      <vt:lpstr>Conclusion and Future Work</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Rahul S</cp:lastModifiedBy>
  <cp:revision>5</cp:revision>
  <dcterms:created xsi:type="dcterms:W3CDTF">2026-10-19T06:24:58Z</dcterms:created>
  <dcterms:modified xsi:type="dcterms:W3CDTF">2026-10-19T08:23:42Z</dcterms:modified>
</cp:coreProperties>
</file>