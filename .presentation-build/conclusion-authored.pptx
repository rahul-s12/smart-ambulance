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069a514e4e4666" /><Relationship Type="http://schemas.openxmlformats.org/officeDocument/2006/relationships/extended-properties" Target="/docProps/app.xml" Id="R70f026df626b4abc" /><Relationship Type="http://schemas.openxmlformats.org/officeDocument/2006/relationships/officeDocument" Target="/ppt/presentation.xml" Id="R9eed06b47fa141b9" /></Relationships>
</file>

<file path=ppt/presentation.xml><?xml version="1.0" encoding="utf-8"?>
<p:presentation xmlns:p="http://schemas.openxmlformats.org/presentationml/2006/main">
  <p:sldMasterIdLst>
    <p:sldMasterId xmlns:r="http://schemas.openxmlformats.org/officeDocument/2006/relationships" id="2147483648" r:id="R811a59f46a394120"/>
  </p:sldMasterIdLst>
  <p:notesMasterIdLst>
    <p:notesMasterId xmlns:r="http://schemas.openxmlformats.org/officeDocument/2006/relationships" r:id="Rdf02462e42c54fff"/>
  </p:notesMasterIdLst>
  <p:sldIdLst>
    <p:sldId xmlns:r="http://schemas.openxmlformats.org/officeDocument/2006/relationships" id="256" r:id="R3a5133068d36405f"/>
    <p:sldId xmlns:r="http://schemas.openxmlformats.org/officeDocument/2006/relationships" id="257" r:id="Rbdbdb697aa47404f"/>
    <p:sldId xmlns:r="http://schemas.openxmlformats.org/officeDocument/2006/relationships" id="258" r:id="R8ae2b3a108394c6b"/>
    <p:sldId xmlns:r="http://schemas.openxmlformats.org/officeDocument/2006/relationships" id="259" r:id="R907b90adeb0942be"/>
    <p:sldId xmlns:r="http://schemas.openxmlformats.org/officeDocument/2006/relationships" id="260" r:id="R1975412506c3402e"/>
    <p:sldId xmlns:r="http://schemas.openxmlformats.org/officeDocument/2006/relationships" id="261" r:id="R643a552849354ecc"/>
    <p:sldId xmlns:r="http://schemas.openxmlformats.org/officeDocument/2006/relationships" id="262" r:id="Rdf3c83a536b94628"/>
    <p:sldId xmlns:r="http://schemas.openxmlformats.org/officeDocument/2006/relationships" id="263" r:id="R120b22ff6e3641ba"/>
    <p:sldId xmlns:r="http://schemas.openxmlformats.org/officeDocument/2006/relationships" id="264" r:id="Rf884f4f38545472c"/>
    <p:sldId xmlns:r="http://schemas.openxmlformats.org/officeDocument/2006/relationships" id="265" r:id="Rc88fb6480f5141b3"/>
    <p:sldId xmlns:r="http://schemas.openxmlformats.org/officeDocument/2006/relationships" id="266" r:id="R307c78e79bb747d6"/>
    <p:sldId xmlns:r="http://schemas.openxmlformats.org/officeDocument/2006/relationships" id="267" r:id="R4fd54aca97804dab"/>
    <p:sldId xmlns:r="http://schemas.openxmlformats.org/officeDocument/2006/relationships" id="268" r:id="Re4323fee8c674c22"/>
    <p:sldId xmlns:r="http://schemas.openxmlformats.org/officeDocument/2006/relationships" id="269" r:id="Rb6c869fc237e49ea"/>
    <p:sldId xmlns:r="http://schemas.openxmlformats.org/officeDocument/2006/relationships" id="270" r:id="R9ee3b1fde8154c2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91a5e0601054052" /><Relationship Type="http://schemas.openxmlformats.org/officeDocument/2006/relationships/slideMaster" Target="/ppt/slideMasters/slideMaster1.xml" Id="R811a59f46a394120" /><Relationship Type="http://schemas.openxmlformats.org/officeDocument/2006/relationships/notesMaster" Target="/ppt/notesMasters/notesMaster1.xml" Id="Rdf02462e42c54fff" /><Relationship Type="http://schemas.openxmlformats.org/officeDocument/2006/relationships/presProps" Target="/ppt/presProps.xml" Id="R5c8a3f275a1c4a3a" /><Relationship Type="http://schemas.openxmlformats.org/officeDocument/2006/relationships/viewProps" Target="/ppt/viewProps.xml" Id="R7d16a421ccef41c1" /><Relationship Type="http://schemas.openxmlformats.org/officeDocument/2006/relationships/tableStyles" Target="/ppt/tableStyles.xml" Id="R7e443bd2f9c34518" /><Relationship Type="http://schemas.openxmlformats.org/officeDocument/2006/relationships/slide" Target="/ppt/slides/slide1.xml" Id="R3a5133068d36405f" /><Relationship Type="http://schemas.openxmlformats.org/officeDocument/2006/relationships/slide" Target="/ppt/slides/slide2.xml" Id="Rbdbdb697aa47404f" /><Relationship Type="http://schemas.openxmlformats.org/officeDocument/2006/relationships/slide" Target="/ppt/slides/slide3.xml" Id="R8ae2b3a108394c6b" /><Relationship Type="http://schemas.openxmlformats.org/officeDocument/2006/relationships/slide" Target="/ppt/slides/slide4.xml" Id="R907b90adeb0942be" /><Relationship Type="http://schemas.openxmlformats.org/officeDocument/2006/relationships/slide" Target="/ppt/slides/slide5.xml" Id="R1975412506c3402e" /><Relationship Type="http://schemas.openxmlformats.org/officeDocument/2006/relationships/slide" Target="/ppt/slides/slide6.xml" Id="R643a552849354ecc" /><Relationship Type="http://schemas.openxmlformats.org/officeDocument/2006/relationships/slide" Target="/ppt/slides/slide7.xml" Id="Rdf3c83a536b94628" /><Relationship Type="http://schemas.openxmlformats.org/officeDocument/2006/relationships/slide" Target="/ppt/slides/slide8.xml" Id="R120b22ff6e3641ba" /><Relationship Type="http://schemas.openxmlformats.org/officeDocument/2006/relationships/slide" Target="/ppt/slides/slide9.xml" Id="Rf884f4f38545472c" /><Relationship Type="http://schemas.openxmlformats.org/officeDocument/2006/relationships/slide" Target="/ppt/slides/slide10.xml" Id="Rc88fb6480f5141b3" /><Relationship Type="http://schemas.openxmlformats.org/officeDocument/2006/relationships/slide" Target="/ppt/slides/slide11.xml" Id="R307c78e79bb747d6" /><Relationship Type="http://schemas.openxmlformats.org/officeDocument/2006/relationships/slide" Target="/ppt/slides/slide12.xml" Id="R4fd54aca97804dab" /><Relationship Type="http://schemas.openxmlformats.org/officeDocument/2006/relationships/slide" Target="/ppt/slides/slide13.xml" Id="Re4323fee8c674c22" /><Relationship Type="http://schemas.openxmlformats.org/officeDocument/2006/relationships/slide" Target="/ppt/slides/slide14.xml" Id="Rb6c869fc237e49ea" /><Relationship Type="http://schemas.openxmlformats.org/officeDocument/2006/relationships/slide" Target="/ppt/slides/slide15.xml" Id="R9ee3b1fde8154c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9237d82e7440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829eac93e8432d" /><Relationship Type="http://schemas.openxmlformats.org/officeDocument/2006/relationships/notesMaster" Target="/ppt/notesMasters/notesMaster1.xml" Id="R6337cc6bc53843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64c7e8864a4a87" /><Relationship Type="http://schemas.openxmlformats.org/officeDocument/2006/relationships/notesMaster" Target="/ppt/notesMasters/notesMaster1.xml" Id="Ra7d4391c3c154b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e78a9411c44d48" /><Relationship Type="http://schemas.openxmlformats.org/officeDocument/2006/relationships/notesMaster" Target="/ppt/notesMasters/notesMaster1.xml" Id="R9d426392bd214b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f9a0baaca74868" /><Relationship Type="http://schemas.openxmlformats.org/officeDocument/2006/relationships/notesMaster" Target="/ppt/notesMasters/notesMaster1.xml" Id="Rfad78cf11dff49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49ecf59733483e" /><Relationship Type="http://schemas.openxmlformats.org/officeDocument/2006/relationships/notesMaster" Target="/ppt/notesMasters/notesMaster1.xml" Id="R1abd0768d6ab40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19dfea01344417" /><Relationship Type="http://schemas.openxmlformats.org/officeDocument/2006/relationships/notesMaster" Target="/ppt/notesMasters/notesMaster1.xml" Id="Rbd9521424a8c4c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37ab6d2b0043d8" /><Relationship Type="http://schemas.openxmlformats.org/officeDocument/2006/relationships/notesMaster" Target="/ppt/notesMasters/notesMaster1.xml" Id="Rf55d0946706646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e9a6f561734f12" /><Relationship Type="http://schemas.openxmlformats.org/officeDocument/2006/relationships/notesMaster" Target="/ppt/notesMasters/notesMaster1.xml" Id="R76212495b2704a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a35e01f176421c" /><Relationship Type="http://schemas.openxmlformats.org/officeDocument/2006/relationships/notesMaster" Target="/ppt/notesMasters/notesMaster1.xml" Id="R66e1998c56014a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0063bdc5a9410d" /><Relationship Type="http://schemas.openxmlformats.org/officeDocument/2006/relationships/notesMaster" Target="/ppt/notesMasters/notesMaster1.xml" Id="R3495d698b1a94d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ba4647f24645e1" /><Relationship Type="http://schemas.openxmlformats.org/officeDocument/2006/relationships/notesMaster" Target="/ppt/notesMasters/notesMaster1.xml" Id="R97fc14951bac44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8287a0efc24819" /><Relationship Type="http://schemas.openxmlformats.org/officeDocument/2006/relationships/notesMaster" Target="/ppt/notesMasters/notesMaster1.xml" Id="Rf204a589bfa043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0fa5112de941ba" /><Relationship Type="http://schemas.openxmlformats.org/officeDocument/2006/relationships/notesMaster" Target="/ppt/notesMasters/notesMaster1.xml" Id="Rcadb6dec6b3444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9192d5100b4aff" /><Relationship Type="http://schemas.openxmlformats.org/officeDocument/2006/relationships/notesMaster" Target="/ppt/notesMasters/notesMaster1.xml" Id="Red9fb075778d4c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4c14711c699441c" /><Relationship Type="http://schemas.openxmlformats.org/officeDocument/2006/relationships/notesMaster" Target="/ppt/notesMasters/notesMaster1.xml" Id="Rdea1d8f0814542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GHSS UUID 0x1840; observations 0x2B8B; control point 0x2BF4. Firmware creates simulated readings on a nominal one-second task interval. The two rows show setup followed by telemetry, with editable step objects. Automatic app reconnection is not implemented.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describes observed implementation versus the user-approved target, without claiming measured superiority over competing protocols. No backend stack or risk model is finalized in the current repository.</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FR1 and FR2 are implemented in source but need hardware evidence. Sensor sketches exist separately. Persistent queueing, cloud transport, GPS, ETA, ML and hospital dashboard are requirements for subsequent integration.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code uses LE Secure Connections with Just Works and NVS bonds. This does not establish authenticated protection against active interception. No measured latency, delivery ratio, endurance or clinical accuracy is available.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cases validate the current BLE prototype. Capture at least two updates for TC3, and a recording or timestamped logs for TC4 and TC5. A stopped app may retain the last displayed values. Reconnection is manual.</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tests need a defined telemetry contract and acceptance thresholds. ETA should be compared with actual arrival times on test routes. ML evaluation requires a selected dataset, labels, model and held-out split. Do not invent accuracy figures.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distinguish implemented code from demonstrated hardware results. The full system remains a prototype. ML risk assessment is a project objective and requires dataset/model selection and evaluation.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Review 2 presentation.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068e5b48874a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56046383c44d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e9a7866c494d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e2c81494a44f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c882617a2547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2b2d9b2c68472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3155adeb83945c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cd4e15f7e454d2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4bb7c7fe3a5431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c42dbfc119e448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3c5502681ae4a8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94D745-0B20-BBAA-074F-EF62988991C7}"/>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2EFF7C1-57C4-8D79-46D3-BDDCA99C45F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33CCF0EC-6478-6AA0-39C5-5817AD4508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CC65D64-61A9-40CD-B94D-857C621C06A3}" type="datetime1">
              <a:t>19-10-2026</a:t>
            </a:fld>
            <a:endParaRPr/>
          </a:p>
        </p:txBody>
      </p:sp>
      <p:sp>
        <p:nvSpPr>
          <p:cNvPr id="5" name="Footer Placeholder 4">
            <a:extLst xmlns:a="http://schemas.openxmlformats.org/drawingml/2006/main">
              <a:ext uri="{FF2B5EF4-FFF2-40B4-BE49-F238E27FC236}">
                <a16:creationId xmlns:a16="http://schemas.microsoft.com/office/drawing/2014/main" id="{698BCB53-894F-5921-306C-CB1B74E5C1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70334AD7-6A1F-1788-A433-EC6F920012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4E90A8-DEF0-CAF0-21F0-8DA2786EE9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D7C1FC8-0708-512D-2CA8-4E94945F6E8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EA0AE94-1A7F-8535-63EB-8091A1D295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250B2B8-E89D-450D-848F-CCC0D3A80066}" type="datetime1">
              <a:t>19-10-2026</a:t>
            </a:fld>
            <a:endParaRPr/>
          </a:p>
        </p:txBody>
      </p:sp>
      <p:sp>
        <p:nvSpPr>
          <p:cNvPr id="5" name="Footer Placeholder 4">
            <a:extLst xmlns:a="http://schemas.openxmlformats.org/drawingml/2006/main">
              <a:ext uri="{FF2B5EF4-FFF2-40B4-BE49-F238E27FC236}">
                <a16:creationId xmlns:a16="http://schemas.microsoft.com/office/drawing/2014/main" id="{832C18AA-665C-9174-40C7-2700EFF77B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E2C036A-33A8-E88E-99D0-2903B7C5EA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38FBD5-1561-3932-E297-A14174187F0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C63A73B-59E7-B791-E521-B97995C4F94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5F228BA-5DBB-745C-5F7F-6B4CA6E1B3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E451025-BBAB-4BD1-9DF2-DE64D763EA4D}" type="datetime1">
              <a:t>19-10-2026</a:t>
            </a:fld>
            <a:endParaRPr/>
          </a:p>
        </p:txBody>
      </p:sp>
      <p:sp>
        <p:nvSpPr>
          <p:cNvPr id="5" name="Footer Placeholder 4">
            <a:extLst xmlns:a="http://schemas.openxmlformats.org/drawingml/2006/main">
              <a:ext uri="{FF2B5EF4-FFF2-40B4-BE49-F238E27FC236}">
                <a16:creationId xmlns:a16="http://schemas.microsoft.com/office/drawing/2014/main" id="{80566780-0A65-9A5C-D8B4-219B02057C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372F2B-5703-1917-0A03-01068F1345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8012EB-C7E9-76BE-0540-9539DA8896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CFC33C-641D-27E9-8511-1DA0B2D9E4E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26661FD-66D9-9C58-FC7C-869A43023EC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5E4514F-A4CC-1761-9CEA-1FC19B4F7B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7DA566-B459-4C7A-85E5-C2A7C24A1420}" type="datetime1">
              <a:t>19-10-2026</a:t>
            </a:fld>
            <a:endParaRPr/>
          </a:p>
        </p:txBody>
      </p:sp>
      <p:sp>
        <p:nvSpPr>
          <p:cNvPr id="6" name="Footer Placeholder 5">
            <a:extLst xmlns:a="http://schemas.openxmlformats.org/drawingml/2006/main">
              <a:ext uri="{FF2B5EF4-FFF2-40B4-BE49-F238E27FC236}">
                <a16:creationId xmlns:a16="http://schemas.microsoft.com/office/drawing/2014/main" id="{B1F1B018-A66A-E116-D076-220E61B8E7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CB2419CD-4D96-32BF-7F1C-E1BF7EE615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314BB9-4AB7-8C6A-8BFF-A3621A872B3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E21CF5D-7A32-863B-E9E6-6BA58C5B3B6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ADB264E-C915-888B-18DA-22E34FCD2A3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F5859C3-3260-535B-BAB4-EA190AE0E0D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E67C906-088A-950B-EF70-FA0DAFD933C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A5F40AF-125E-31C4-B571-B32EF373BB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5763DEA-064E-425A-A301-4B3BA0502A3F}" type="datetime1">
              <a:t>19-10-2026</a:t>
            </a:fld>
            <a:endParaRPr/>
          </a:p>
        </p:txBody>
      </p:sp>
      <p:sp>
        <p:nvSpPr>
          <p:cNvPr id="8" name="Footer Placeholder 7">
            <a:extLst xmlns:a="http://schemas.openxmlformats.org/drawingml/2006/main">
              <a:ext uri="{FF2B5EF4-FFF2-40B4-BE49-F238E27FC236}">
                <a16:creationId xmlns:a16="http://schemas.microsoft.com/office/drawing/2014/main" id="{7F1D0E3D-EC0A-214F-AE51-D3A6DA70B7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9" name="Slide Number Placeholder 8">
            <a:extLst xmlns:a="http://schemas.openxmlformats.org/drawingml/2006/main">
              <a:ext uri="{FF2B5EF4-FFF2-40B4-BE49-F238E27FC236}">
                <a16:creationId xmlns:a16="http://schemas.microsoft.com/office/drawing/2014/main" id="{C11E67A1-465D-9A8A-60C8-9F260A5F31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B29077-248C-58C0-5973-D9AC97BC11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CDA6BA2-43B1-8708-AB4E-AA8A134DE0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38D0107-E616-461D-9207-52B0BDAA9751}" type="datetime1">
              <a:t>19-10-2026</a:t>
            </a:fld>
            <a:endParaRPr/>
          </a:p>
        </p:txBody>
      </p:sp>
      <p:sp>
        <p:nvSpPr>
          <p:cNvPr id="4" name="Footer Placeholder 3">
            <a:extLst xmlns:a="http://schemas.openxmlformats.org/drawingml/2006/main">
              <a:ext uri="{FF2B5EF4-FFF2-40B4-BE49-F238E27FC236}">
                <a16:creationId xmlns:a16="http://schemas.microsoft.com/office/drawing/2014/main" id="{69113DAA-528F-ACAE-BCFF-72E4C3714E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5" name="Slide Number Placeholder 4">
            <a:extLst xmlns:a="http://schemas.openxmlformats.org/drawingml/2006/main">
              <a:ext uri="{FF2B5EF4-FFF2-40B4-BE49-F238E27FC236}">
                <a16:creationId xmlns:a16="http://schemas.microsoft.com/office/drawing/2014/main" id="{96EE596D-B02B-5ECD-DEA8-8B5F226A56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0A7191E-B112-54E5-E29A-F71A7DF454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0B6DF2-7F2A-4D21-830E-C34D54E5DB26}" type="datetime1">
              <a:t>19-10-2026</a:t>
            </a:fld>
            <a:endParaRPr/>
          </a:p>
        </p:txBody>
      </p:sp>
      <p:sp>
        <p:nvSpPr>
          <p:cNvPr id="3" name="Footer Placeholder 2">
            <a:extLst xmlns:a="http://schemas.openxmlformats.org/drawingml/2006/main">
              <a:ext uri="{FF2B5EF4-FFF2-40B4-BE49-F238E27FC236}">
                <a16:creationId xmlns:a16="http://schemas.microsoft.com/office/drawing/2014/main" id="{D33BDEFE-732E-C016-6AB1-9E18E867B5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4" name="Slide Number Placeholder 3">
            <a:extLst xmlns:a="http://schemas.openxmlformats.org/drawingml/2006/main">
              <a:ext uri="{FF2B5EF4-FFF2-40B4-BE49-F238E27FC236}">
                <a16:creationId xmlns:a16="http://schemas.microsoft.com/office/drawing/2014/main" id="{417B749E-E48B-CAF5-E430-6FE27ED57E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84B7CA-0679-E8C0-23AD-92B1DFE0E6D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9A98F6F-E9AC-DC82-132D-29B0BBC4F47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0FA807-3DD8-13E7-498A-153246EE0A0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B0A236-2402-8ACA-6847-F03201A03C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E140C3B-5552-4017-A7F7-1D3DC73ABB6C}" type="datetime1">
              <a:t>19-10-2026</a:t>
            </a:fld>
            <a:endParaRPr/>
          </a:p>
        </p:txBody>
      </p:sp>
      <p:sp>
        <p:nvSpPr>
          <p:cNvPr id="6" name="Footer Placeholder 5">
            <a:extLst xmlns:a="http://schemas.openxmlformats.org/drawingml/2006/main">
              <a:ext uri="{FF2B5EF4-FFF2-40B4-BE49-F238E27FC236}">
                <a16:creationId xmlns:a16="http://schemas.microsoft.com/office/drawing/2014/main" id="{9FA06F1D-F4E2-655D-0ECB-0762E4A519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9D059C62-9D81-A148-F3A8-E735B1A707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0A4FF6-EEF0-8B97-696A-746280ACA59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2097AEC-9604-18F5-B68A-9DDAC80CB6F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BF86077-F677-6962-4FED-10D159B67E3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3114E18-CA26-8F9E-AC5A-76906484DC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8762C1D-5720-48A1-898D-8041400C55BC}" type="datetime1">
              <a:t>19-10-2026</a:t>
            </a:fld>
            <a:endParaRPr/>
          </a:p>
        </p:txBody>
      </p:sp>
      <p:sp>
        <p:nvSpPr>
          <p:cNvPr id="6" name="Footer Placeholder 5">
            <a:extLst xmlns:a="http://schemas.openxmlformats.org/drawingml/2006/main">
              <a:ext uri="{FF2B5EF4-FFF2-40B4-BE49-F238E27FC236}">
                <a16:creationId xmlns:a16="http://schemas.microsoft.com/office/drawing/2014/main" id="{7AA36461-552C-E633-1CF0-DB8BC7B439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4365D169-0627-C229-C26B-84AA64B383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A5CB26-31EA-5AE3-3E63-6F2EFEC5C1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6815B1A-9C33-E8AE-6618-E625DB8E7DA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088B927-04A1-6ACB-7D83-CF9A454971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C140E7-F52A-4119-97FF-78F9513B4388}" type="datetime1">
              <a:t>19-10-2026</a:t>
            </a:fld>
            <a:endParaRPr/>
          </a:p>
        </p:txBody>
      </p:sp>
      <p:sp>
        <p:nvSpPr>
          <p:cNvPr id="5" name="Footer Placeholder 4">
            <a:extLst xmlns:a="http://schemas.openxmlformats.org/drawingml/2006/main">
              <a:ext uri="{FF2B5EF4-FFF2-40B4-BE49-F238E27FC236}">
                <a16:creationId xmlns:a16="http://schemas.microsoft.com/office/drawing/2014/main" id="{E7E9898D-9F32-B8B8-1CB9-8DAEBCCF6B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F0E129-A7D7-908A-2DB9-C14597E8F0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42730AC-48F0-F0FE-FE21-835054F7282A}"/>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F894533-AC0F-B196-504E-399428B5863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42A9436-E8A2-F71D-A637-B20EA1490A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E1CFB4-31DA-40A2-AE2B-F9FC033D0834}" type="datetime1">
              <a:t>19-10-2026</a:t>
            </a:fld>
            <a:endParaRPr/>
          </a:p>
        </p:txBody>
      </p:sp>
      <p:sp>
        <p:nvSpPr>
          <p:cNvPr id="5" name="Footer Placeholder 4">
            <a:extLst xmlns:a="http://schemas.openxmlformats.org/drawingml/2006/main">
              <a:ext uri="{FF2B5EF4-FFF2-40B4-BE49-F238E27FC236}">
                <a16:creationId xmlns:a16="http://schemas.microsoft.com/office/drawing/2014/main" id="{3A1BF561-DBF4-21B8-CB10-BC790D209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F2FADF1E-7BDA-43E8-BEF6-6F3FA39F5E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1232baabdb4962" /><Relationship Type="http://schemas.openxmlformats.org/officeDocument/2006/relationships/slideLayout" Target="/ppt/slideLayouts/slideLayout1.xml" Id="R84cdfcca86a34540" /><Relationship Type="http://schemas.openxmlformats.org/officeDocument/2006/relationships/slideLayout" Target="/ppt/slideLayouts/slideLayout2.xml" Id="Rc0b5085f34344339" /><Relationship Type="http://schemas.openxmlformats.org/officeDocument/2006/relationships/slideLayout" Target="/ppt/slideLayouts/slideLayout3.xml" Id="Rffe503d15aa74dab" /><Relationship Type="http://schemas.openxmlformats.org/officeDocument/2006/relationships/slideLayout" Target="/ppt/slideLayouts/slideLayout4.xml" Id="R43da1963768c42c8" /><Relationship Type="http://schemas.openxmlformats.org/officeDocument/2006/relationships/slideLayout" Target="/ppt/slideLayouts/slideLayout5.xml" Id="R615e4a740d904783" /><Relationship Type="http://schemas.openxmlformats.org/officeDocument/2006/relationships/slideLayout" Target="/ppt/slideLayouts/slideLayout6.xml" Id="R18dac16a9eed4f43" /><Relationship Type="http://schemas.openxmlformats.org/officeDocument/2006/relationships/slideLayout" Target="/ppt/slideLayouts/slideLayout7.xml" Id="R50b8c33baf6248b6" /><Relationship Type="http://schemas.openxmlformats.org/officeDocument/2006/relationships/slideLayout" Target="/ppt/slideLayouts/slideLayout8.xml" Id="R1d196e13e26049b0" /><Relationship Type="http://schemas.openxmlformats.org/officeDocument/2006/relationships/slideLayout" Target="/ppt/slideLayouts/slideLayout9.xml" Id="Rf1fd5a4493944799" /><Relationship Type="http://schemas.openxmlformats.org/officeDocument/2006/relationships/slideLayout" Target="/ppt/slideLayouts/slideLayout10.xml" Id="R3cbac612ecac4bb6" /><Relationship Type="http://schemas.openxmlformats.org/officeDocument/2006/relationships/slideLayout" Target="/ppt/slideLayouts/slideLayout11.xml" Id="R8bab0139b36f429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1D4D9F3-48CF-9F1F-5BF9-D29B73C5EE1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5C8141-6A62-88D2-9C9C-A178134DFAD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06B990C-8F8B-41B6-BFA9-D2812EADA711}"/>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B3E8678F-226F-4E2D-9FCF-8D6254E13B72}" type="datetime1">
              <a:t>19-10-2026</a:t>
            </a:fld>
            <a:endParaRPr/>
          </a:p>
        </p:txBody>
      </p:sp>
      <p:sp>
        <p:nvSpPr>
          <p:cNvPr id="5" name="Footer Placeholder 4">
            <a:extLst xmlns:a="http://schemas.openxmlformats.org/drawingml/2006/main">
              <a:ext uri="{FF2B5EF4-FFF2-40B4-BE49-F238E27FC236}">
                <a16:creationId xmlns:a16="http://schemas.microsoft.com/office/drawing/2014/main" id="{451F15A3-C5A8-D8EF-2CC0-B9FB4E8C365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D3726CD6-7954-5145-9A9B-B583B27B2BD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cdfcca86a34540"/>
    <p:sldLayoutId xmlns:r="http://schemas.openxmlformats.org/officeDocument/2006/relationships" id="2147483650" r:id="Rc0b5085f34344339"/>
    <p:sldLayoutId xmlns:r="http://schemas.openxmlformats.org/officeDocument/2006/relationships" id="2147483651" r:id="Rffe503d15aa74dab"/>
    <p:sldLayoutId xmlns:r="http://schemas.openxmlformats.org/officeDocument/2006/relationships" id="2147483652" r:id="R43da1963768c42c8"/>
    <p:sldLayoutId xmlns:r="http://schemas.openxmlformats.org/officeDocument/2006/relationships" id="2147483653" r:id="R615e4a740d904783"/>
    <p:sldLayoutId xmlns:r="http://schemas.openxmlformats.org/officeDocument/2006/relationships" id="2147483654" r:id="R18dac16a9eed4f43"/>
    <p:sldLayoutId xmlns:r="http://schemas.openxmlformats.org/officeDocument/2006/relationships" id="2147483655" r:id="R50b8c33baf6248b6"/>
    <p:sldLayoutId xmlns:r="http://schemas.openxmlformats.org/officeDocument/2006/relationships" id="2147483656" r:id="R1d196e13e26049b0"/>
    <p:sldLayoutId xmlns:r="http://schemas.openxmlformats.org/officeDocument/2006/relationships" id="2147483657" r:id="Rf1fd5a4493944799"/>
    <p:sldLayoutId xmlns:r="http://schemas.openxmlformats.org/officeDocument/2006/relationships" id="2147483658" r:id="R3cbac612ecac4bb6"/>
    <p:sldLayoutId xmlns:r="http://schemas.openxmlformats.org/officeDocument/2006/relationships" id="2147483659" r:id="R8bab0139b36f4294"/>
  </p:sldLayoutIdLst>
  <p:hf sldNum="0"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983042b3274ee6" /><Relationship Type="http://schemas.openxmlformats.org/officeDocument/2006/relationships/image" Target="/ppt/media/image.png" Id="R3697ae6b51e1491f" /><Relationship Type="http://schemas.openxmlformats.org/officeDocument/2006/relationships/notesSlide" Target="/ppt/notesSlides/notesSlide1.xml" Id="R09332ccf954c45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cdec53e41b40ee" /><Relationship Type="http://schemas.openxmlformats.org/officeDocument/2006/relationships/notesSlide" Target="/ppt/notesSlides/notesSlide2.xml" Id="R9f72926c35834c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56fb2aea0841cd" /><Relationship Type="http://schemas.openxmlformats.org/officeDocument/2006/relationships/notesSlide" Target="/ppt/notesSlides/notesSlide3.xml" Id="R42866af645d44d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09cd573892489a" /><Relationship Type="http://schemas.openxmlformats.org/officeDocument/2006/relationships/image" Target="/ppt/media/image2.png" Id="Ra620da0fe6554cd3" /><Relationship Type="http://schemas.openxmlformats.org/officeDocument/2006/relationships/notesSlide" Target="/ppt/notesSlides/notesSlide4.xml" Id="R01a06adca1af48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de3041113c640f0" /><Relationship Type="http://schemas.openxmlformats.org/officeDocument/2006/relationships/notesSlide" Target="/ppt/notesSlides/notesSlide5.xml" Id="Rb3f8f420816a47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7a1bb0d94554612" /><Relationship Type="http://schemas.openxmlformats.org/officeDocument/2006/relationships/notesSlide" Target="/ppt/notesSlides/notesSlide6.xml" Id="R03befe3e7d6949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d941c47f1944449" /><Relationship Type="http://schemas.openxmlformats.org/officeDocument/2006/relationships/notesSlide" Target="/ppt/notesSlides/notesSlide7.xml" Id="R0452d2151abc4f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cdce5cbf10a4da8" /><Relationship Type="http://schemas.openxmlformats.org/officeDocument/2006/relationships/notesSlide" Target="/ppt/notesSlides/notesSlide8.xml" Id="Ra7cce77819d44e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27570cfe6d0450a" /><Relationship Type="http://schemas.openxmlformats.org/officeDocument/2006/relationships/notesSlide" Target="/ppt/notesSlides/notesSlide9.xml" Id="Rac0a2064807c42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d11849072c740d2" /><Relationship Type="http://schemas.openxmlformats.org/officeDocument/2006/relationships/notesSlide" Target="/ppt/notesSlides/notesSlide10.xml" Id="Rc45cb82bf79945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eaa91ac230b4bf5" /><Relationship Type="http://schemas.openxmlformats.org/officeDocument/2006/relationships/notesSlide" Target="/ppt/notesSlides/notesSlide11.xml" Id="R3975edff9a054b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57ec0cc1bd84ccd" /><Relationship Type="http://schemas.openxmlformats.org/officeDocument/2006/relationships/notesSlide" Target="/ppt/notesSlides/notesSlide12.xml" Id="R6638bb2b669d43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acb3110173648ef" /><Relationship Type="http://schemas.openxmlformats.org/officeDocument/2006/relationships/notesSlide" Target="/ppt/notesSlides/notesSlide13.xml" Id="Rbba6ff78248d47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8e2b35eadcb4234" /><Relationship Type="http://schemas.openxmlformats.org/officeDocument/2006/relationships/notesSlide" Target="/ppt/notesSlides/notesSlide14.xml" Id="R1b77921a11e04f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98e21fe692fd45e5" /><Relationship Type="http://schemas.openxmlformats.org/officeDocument/2006/relationships/notesSlide" Target="/ppt/notesSlides/notesSlide15.xml" Id="R1b608397c300421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1074655"/>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90000"/>
          </a:bodyPr>
          <a:lstStyle xmlns:a="http://schemas.openxmlformats.org/drawingml/2006/main"/>
          <a:p xmlns:a="http://schemas.openxmlformats.org/drawingml/2006/main">
            <a:pPr algn="ctr">
              <a:lnSpc>
                <a:spcPct val="115000"/>
              </a:lnSpc>
              <a:spcAft>
                <a:spcPts val="1000"/>
              </a:spcAft>
              <a:buNone/>
            </a:pPr>
            <a:r>
              <a:rPr sz="4000" b="1">
                <a:solidFill>
                  <a:schemeClr val="bg1"/>
                </a:solidFill>
                <a:latin typeface="Times New Roman"/>
                <a:ea typeface="Times New Roman"/>
                <a:cs typeface="Times New Roman"/>
              </a:rPr>
              <a:t>Project Work Phase-2       </a:t>
            </a:r>
            <a:br>
              <a:rPr sz="4000" b="1">
                <a:solidFill>
                  <a:schemeClr val="bg1"/>
                </a:solidFill>
                <a:latin typeface="Times New Roman"/>
                <a:ea typeface="Times New Roman"/>
                <a:cs typeface="Times New Roman"/>
              </a:rPr>
            </a:br>
            <a:r>
              <a:rPr sz="4000" b="1">
                <a:solidFill>
                  <a:schemeClr val="bg1"/>
                </a:solidFill>
                <a:latin typeface="Times New Roman"/>
                <a:ea typeface="Times New Roman"/>
                <a:cs typeface="Times New Roman"/>
              </a:rPr>
              <a:t>7th semester  AY: 2026-27</a:t>
            </a:r>
            <a:endParaRPr sz="4000">
              <a:solidFill>
                <a:schemeClr val="bg1"/>
              </a:solidFill>
              <a:latin typeface="Calibri"/>
              <a:ea typeface="Calibri"/>
              <a:cs typeface="Calibri"/>
            </a:endParaRPr>
          </a:p>
        </p:txBody>
      </p:sp>
      <p:sp>
        <p:nvSpPr>
          <p:cNvPr id="3" name="Content Placeholder 2">
            <a:extLst xmlns:a="http://schemas.openxmlformats.org/drawingml/2006/main">
              <a:ext uri="{FF2B5EF4-FFF2-40B4-BE49-F238E27FC236}">
                <a16:creationId xmlns:a16="http://schemas.microsoft.com/office/drawing/2014/main" id="{3B6D72A9-5B77-2FAD-A296-659695D34C01}"/>
              </a:ext>
            </a:extLst>
          </p:cNvPr>
          <p:cNvSpPr>
            <a:spLocks xmlns:a="http://schemas.openxmlformats.org/drawingml/2006/main" noGrp="1"/>
          </p:cNvSpPr>
          <p:nvPr>
            <p:ph idx="1"/>
          </p:nvPr>
        </p:nvSpPr>
        <p:spPr>
          <a:xfrm xmlns:a="http://schemas.openxmlformats.org/drawingml/2006/main">
            <a:off x="-1" y="1382565"/>
            <a:ext cx="12191999" cy="4980528"/>
          </a:xfrm>
        </p:spPr>
        <p:txBody>
          <a:bodyPr xmlns:a="http://schemas.openxmlformats.org/drawingml/2006/main">
            <a:normAutofit fontScale="92500" lnSpcReduction="10000"/>
          </a:bodyPr>
          <a:lstStyle xmlns:a="http://schemas.openxmlformats.org/drawingml/2006/main"/>
          <a:p xmlns:a="http://schemas.openxmlformats.org/drawingml/2006/main">
            <a:pPr marL="0" indent="0" algn="ctr">
              <a:buNone/>
            </a:pPr>
            <a:r>
              <a:rPr sz="3600" b="1">
                <a:solidFill>
                  <a:srgbClr val="FF0000"/>
                </a:solidFill>
                <a:latin typeface="Times New Roman"/>
                <a:ea typeface="Times New Roman"/>
                <a:cs typeface="Times New Roman"/>
              </a:rPr>
              <a:t>Review 2 Presentation </a:t>
            </a:r>
          </a:p>
          <a:p xmlns:a="http://schemas.openxmlformats.org/drawingml/2006/main">
            <a:pPr marL="0" indent="0">
              <a:buNone/>
            </a:pPr>
            <a:r>
              <a:rPr sz="3300" b="1">
                <a:solidFill>
                  <a:srgbClr val="0070C0"/>
                </a:solidFill>
                <a:latin typeface="Times New Roman"/>
                <a:ea typeface="Times New Roman"/>
                <a:cs typeface="Times New Roman"/>
              </a:rPr>
              <a:t>Project Title: Enhancing Emergency Response Through IoT-Integrated 		     Smart Ambulance and GPS Monitoring</a:t>
            </a:r>
          </a:p>
          <a:p xmlns:a="http://schemas.openxmlformats.org/drawingml/2006/main">
            <a:pPr marL="0" indent="0" algn="ctr">
              <a:buNone/>
            </a:pPr>
            <a:endParaRPr b="1">
              <a:latin typeface="Times New Roman"/>
              <a:ea typeface="Times New Roman"/>
              <a:cs typeface="Times New Roman"/>
            </a:endParaRPr>
          </a:p>
          <a:p xmlns:a="http://schemas.openxmlformats.org/drawingml/2006/main">
            <a:pPr marL="0" indent="0" algn="ctr">
              <a:buNone/>
            </a:pPr>
            <a:r>
              <a:rPr sz="2400" b="1">
                <a:latin typeface="Times New Roman"/>
                <a:ea typeface="Times New Roman"/>
                <a:cs typeface="Times New Roman"/>
              </a:rPr>
              <a:t>Presented By</a:t>
            </a:r>
          </a:p>
          <a:p xmlns:a="http://schemas.openxmlformats.org/drawingml/2006/main">
            <a:pPr marL="0" indent="0" algn="ctr">
              <a:buNone/>
            </a:pPr>
            <a:r>
              <a:rPr sz="2100">
                <a:latin typeface="Times New Roman"/>
                <a:ea typeface="Times New Roman"/>
                <a:cs typeface="Times New Roman"/>
              </a:rPr>
              <a:t>Rahul S (1NT23EC120)</a:t>
            </a:r>
          </a:p>
          <a:p xmlns:a="http://schemas.openxmlformats.org/drawingml/2006/main">
            <a:pPr marL="0" indent="0" algn="ctr">
              <a:buNone/>
            </a:pPr>
            <a:r>
              <a:rPr sz="2100">
                <a:latin typeface="Times New Roman"/>
                <a:ea typeface="Times New Roman"/>
                <a:cs typeface="Times New Roman"/>
              </a:rPr>
              <a:t>Rakshita S Wagge (1NT23EC124)</a:t>
            </a:r>
          </a:p>
          <a:p xmlns:a="http://schemas.openxmlformats.org/drawingml/2006/main">
            <a:pPr marL="0" indent="0" algn="ctr">
              <a:buNone/>
            </a:pPr>
            <a:r>
              <a:rPr sz="2400" b="1">
                <a:latin typeface="Times New Roman"/>
                <a:ea typeface="Times New Roman"/>
                <a:cs typeface="Times New Roman"/>
              </a:rPr>
              <a:t>            </a:t>
            </a:r>
          </a:p>
          <a:p xmlns:a="http://schemas.openxmlformats.org/drawingml/2006/main">
            <a:pPr marL="0" indent="0" algn="ctr">
              <a:buNone/>
            </a:pPr>
            <a:r>
              <a:rPr sz="2400" b="1">
                <a:latin typeface="Times New Roman"/>
                <a:ea typeface="Times New Roman"/>
                <a:cs typeface="Times New Roman"/>
              </a:rPr>
              <a:t>               Project Supervisor 	</a:t>
            </a:r>
          </a:p>
          <a:p xmlns:a="http://schemas.openxmlformats.org/drawingml/2006/main">
            <a:pPr marL="0" indent="0" algn="ctr">
              <a:buNone/>
            </a:pPr>
            <a:r>
              <a:rPr sz="1600">
                <a:latin typeface="Times New Roman"/>
                <a:ea typeface="Times New Roman"/>
                <a:cs typeface="Times New Roman"/>
              </a:rPr>
              <a:t>            Dr. Manjula B M</a:t>
            </a:r>
          </a:p>
          <a:p xmlns:a="http://schemas.openxmlformats.org/drawingml/2006/main">
            <a:pPr marL="0" indent="0" algn="ctr">
              <a:buNone/>
            </a:pPr>
            <a:r>
              <a:rPr sz="1600">
                <a:latin typeface="Times New Roman"/>
                <a:ea typeface="Times New Roman"/>
                <a:cs typeface="Times New Roman"/>
              </a:rPr>
              <a:t>              Professor</a:t>
            </a:r>
          </a:p>
          <a:p xmlns:a="http://schemas.openxmlformats.org/drawingml/2006/main">
            <a:pPr marL="0" indent="0" algn="ctr">
              <a:buNone/>
            </a:pPr>
            <a:r>
              <a:rPr sz="1600">
                <a:latin typeface="Times New Roman"/>
                <a:ea typeface="Times New Roman"/>
                <a:cs typeface="Times New Roman"/>
              </a:rPr>
              <a:t>Dept. of Electronics and Communication Engineering</a:t>
            </a:r>
          </a:p>
          <a:p xmlns:a="http://schemas.openxmlformats.org/drawingml/2006/main">
            <a:pPr marL="0" indent="0" algn="ctr">
              <a:buNone/>
            </a:pPr>
            <a:r>
              <a:rPr sz="1600">
                <a:latin typeface="Times New Roman"/>
                <a:ea typeface="Times New Roman"/>
                <a:cs typeface="Times New Roman"/>
              </a:rPr>
              <a:t>         Nitte Meenakshi Institute of Technology, Yelahanka, Bangalore-560064</a:t>
            </a:r>
          </a:p>
          <a:p xmlns:a="http://schemas.openxmlformats.org/drawingml/2006/main">
            <a:endParaRPr sz="2400">
              <a:latin typeface="Times New Roman"/>
              <a:ea typeface="Times New Roman"/>
              <a:cs typeface="Times New Roman"/>
            </a:endParaRP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2" y="6492875"/>
            <a:ext cx="12191998" cy="365125"/>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p xmlns:a="http://schemas.openxmlformats.org/drawingml/2006/main">
            <a:pPr algn="l">
              <a:buNone/>
            </a:pPr>
            <a:r>
              <a:rPr b="1">
                <a:solidFill>
                  <a:schemeClr val="bg1"/>
                </a:solidFill>
                <a:latin typeface="Times New Roman"/>
                <a:ea typeface="Times New Roman"/>
                <a:cs typeface="Times New Roman"/>
              </a:rPr>
              <a:t>Dept. of Electronics and Communication Engineering, NMIT, Bengaluru                                                                                                                                                                                             1                     </a:t>
            </a:r>
            <a:endParaRPr b="1">
              <a:solidFill>
                <a:schemeClr val="bg1"/>
              </a:solidFill>
              <a:latin typeface="Times New Roman"/>
              <a:ea typeface="Times New Roman"/>
              <a:cs typeface="Times New Roman"/>
            </a:endParaRPr>
          </a:p>
        </p:txBody>
      </p:sp>
      <p:pic>
        <p:nvPicPr>
          <p:cNvPr id="6" name="Picture 5">
            <a:extLst xmlns:a="http://schemas.openxmlformats.org/drawingml/2006/main">
              <a:ext uri="{FF2B5EF4-FFF2-40B4-BE49-F238E27FC236}">
                <a16:creationId xmlns:a16="http://schemas.microsoft.com/office/drawing/2014/main" id="{9918AEF6-FD48-48A4-A731-6D91749F519E}"/>
              </a:ext>
            </a:extLst>
          </p:cNvPr>
          <p:cNvPicPr>
            <a:picLocks xmlns:a="http://schemas.openxmlformats.org/drawingml/2006/main" noChangeAspect="1"/>
          </p:cNvPicPr>
          <p:nvPr/>
        </p:nvPicPr>
        <p:blipFill>
          <a:blip xmlns:r="http://schemas.openxmlformats.org/officeDocument/2006/relationships" xmlns:a="http://schemas.openxmlformats.org/drawingml/2006/main" r:embed="R3697ae6b51e1491f"/>
          <a:stretch xmlns:a="http://schemas.openxmlformats.org/drawingml/2006/main">
            <a:fillRect l="0" t="0" r="0" b="0"/>
          </a:stretch>
        </p:blipFill>
        <p:spPr>
          <a:xfrm xmlns:a="http://schemas.openxmlformats.org/drawingml/2006/main">
            <a:off x="0" y="155183"/>
            <a:ext cx="3443603" cy="770103"/>
          </a:xfrm>
          <a:prstGeom xmlns:a="http://schemas.openxmlformats.org/drawingml/2006/main" prst="rect">
            <a:avLst/>
          </a:prstGeom>
        </p:spPr>
      </p:pic>
    </p:spTree>
    <p:extLst>
      <p:ext uri="{BB962C8B-B14F-4D97-AF65-F5344CB8AC3E}">
        <p14:creationId xmlns:p14="http://schemas.microsoft.com/office/powerpoint/2010/main" val="40972559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628649"/>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90000"/>
          </a:bodyPr>
          <a:lstStyle xmlns:a="http://schemas.openxmlformats.org/drawingml/2006/main"/>
          <a:p xmlns:a="http://schemas.openxmlformats.org/drawingml/2006/main">
            <a:pPr algn="ctr">
              <a:buNone/>
            </a:pPr>
            <a:r>
              <a:rPr sz="4800" b="1">
                <a:solidFill>
                  <a:schemeClr val="bg1"/>
                </a:solidFill>
                <a:latin typeface="Times New Roman"/>
                <a:ea typeface="Times New Roman"/>
                <a:cs typeface="Times New Roman"/>
              </a:rPr>
              <a:t>Presentation Outline</a:t>
            </a:r>
            <a:endParaRPr sz="4800" b="1">
              <a:solidFill>
                <a:schemeClr val="bg1"/>
              </a:solidFill>
              <a:latin typeface="Times New Roman"/>
              <a:ea typeface="Times New Roman"/>
              <a:cs typeface="Times New Roman"/>
            </a:endParaRPr>
          </a:p>
        </p:txBody>
      </p:sp>
      <p:sp>
        <p:nvSpPr>
          <p:cNvPr id="3" name="Content Placeholder 2">
            <a:extLst xmlns:a="http://schemas.openxmlformats.org/drawingml/2006/main">
              <a:ext uri="{FF2B5EF4-FFF2-40B4-BE49-F238E27FC236}">
                <a16:creationId xmlns:a16="http://schemas.microsoft.com/office/drawing/2014/main" id="{3B6D72A9-5B77-2FAD-A296-659695D34C01}"/>
              </a:ext>
            </a:extLst>
          </p:cNvPr>
          <p:cNvSpPr>
            <a:spLocks xmlns:a="http://schemas.openxmlformats.org/drawingml/2006/main" noGrp="1"/>
          </p:cNvSpPr>
          <p:nvPr>
            <p:ph idx="1"/>
          </p:nvPr>
        </p:nvSpPr>
        <p:spPr>
          <a:xfrm xmlns:a="http://schemas.openxmlformats.org/drawingml/2006/main">
            <a:off x="544286" y="1382565"/>
            <a:ext cx="11038114" cy="4980528"/>
          </a:xfrm>
        </p:spPr>
        <p:txBody>
          <a:bodyPr xmlns:a="http://schemas.openxmlformats.org/drawingml/2006/main">
            <a:normAutofit/>
          </a:bodyPr>
          <a:lstStyle xmlns:a="http://schemas.openxmlformats.org/drawingml/2006/main"/>
          <a:p xmlns:a="http://schemas.openxmlformats.org/drawingml/2006/main">
            <a:r>
              <a:rPr>
                <a:latin typeface="Times New Roman"/>
                <a:ea typeface="Times New Roman"/>
                <a:cs typeface="Times New Roman"/>
              </a:rPr>
              <a:t>Objectives</a:t>
            </a:r>
          </a:p>
          <a:p xmlns:a="http://schemas.openxmlformats.org/drawingml/2006/main">
            <a:r>
              <a:rPr>
                <a:latin typeface="Times New Roman"/>
                <a:ea typeface="Times New Roman"/>
                <a:cs typeface="Times New Roman"/>
              </a:rPr>
              <a:t>​Detailed Architecture &amp; Design Finalization</a:t>
            </a:r>
          </a:p>
          <a:p xmlns:a="http://schemas.openxmlformats.org/drawingml/2006/main">
            <a:r>
              <a:rPr>
                <a:latin typeface="Times New Roman"/>
                <a:ea typeface="Times New Roman"/>
                <a:cs typeface="Times New Roman"/>
              </a:rPr>
              <a:t>Techniques/methods/approaches used for the proposed work</a:t>
            </a:r>
          </a:p>
          <a:p xmlns:a="http://schemas.openxmlformats.org/drawingml/2006/main">
            <a:r>
              <a:rPr>
                <a:latin typeface="Times New Roman"/>
                <a:ea typeface="Times New Roman"/>
                <a:cs typeface="Times New Roman"/>
              </a:rPr>
              <a:t>​</a:t>
            </a:r>
            <a:r>
              <a:rPr b="1">
                <a:solidFill>
                  <a:srgbClr val="0070C0"/>
                </a:solidFill>
                <a:latin typeface="Times New Roman"/>
                <a:ea typeface="Times New Roman"/>
                <a:cs typeface="Times New Roman"/>
              </a:rPr>
              <a:t>Functional Requirements </a:t>
            </a:r>
          </a:p>
          <a:p xmlns:a="http://schemas.openxmlformats.org/drawingml/2006/main">
            <a:r>
              <a:rPr b="1">
                <a:solidFill>
                  <a:srgbClr val="0070C0"/>
                </a:solidFill>
                <a:latin typeface="Times New Roman"/>
                <a:ea typeface="Times New Roman"/>
                <a:cs typeface="Times New Roman"/>
              </a:rPr>
              <a:t>​Non-Functional Requirements</a:t>
            </a:r>
          </a:p>
          <a:p xmlns:a="http://schemas.openxmlformats.org/drawingml/2006/main">
            <a:r>
              <a:rPr b="1">
                <a:solidFill>
                  <a:srgbClr val="0070C0"/>
                </a:solidFill>
                <a:latin typeface="Times New Roman"/>
                <a:ea typeface="Times New Roman"/>
                <a:cs typeface="Times New Roman"/>
              </a:rPr>
              <a:t>Corresponding Test Scenarios </a:t>
            </a:r>
          </a:p>
          <a:p xmlns:a="http://schemas.openxmlformats.org/drawingml/2006/main">
            <a:r>
              <a:rPr b="1">
                <a:solidFill>
                  <a:srgbClr val="0070C0"/>
                </a:solidFill>
                <a:latin typeface="Times New Roman"/>
                <a:ea typeface="Times New Roman"/>
                <a:cs typeface="Times New Roman"/>
              </a:rPr>
              <a:t>Test Cases  to validate each requirement</a:t>
            </a:r>
          </a:p>
          <a:p xmlns:a="http://schemas.openxmlformats.org/drawingml/2006/main">
            <a:r>
              <a:rPr>
                <a:latin typeface="Times New Roman"/>
                <a:ea typeface="Times New Roman"/>
                <a:cs typeface="Times New Roman"/>
              </a:rPr>
              <a:t>Conclusion and Future Work</a:t>
            </a:r>
          </a:p>
          <a:p xmlns:a="http://schemas.openxmlformats.org/drawingml/2006/main">
            <a:endParaRPr sz="2400">
              <a:latin typeface="Times New Roman"/>
              <a:ea typeface="Times New Roman"/>
              <a:cs typeface="Times New Roman"/>
            </a:endParaRP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2" y="6492875"/>
            <a:ext cx="12191998" cy="365125"/>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p xmlns:a="http://schemas.openxmlformats.org/drawingml/2006/main">
            <a:pPr algn="l">
              <a:buNone/>
            </a:pPr>
            <a:r>
              <a:rPr b="1">
                <a:solidFill>
                  <a:schemeClr val="bg1"/>
                </a:solidFill>
                <a:latin typeface="Times New Roman"/>
                <a:ea typeface="Times New Roman"/>
                <a:cs typeface="Times New Roman"/>
              </a:rPr>
              <a:t>Dept. of Electronics and Communication Engineering, NMIT, Bengaluru                                                                                                                                                                                             2                     </a:t>
            </a:r>
            <a:endParaRPr b="1">
              <a:solidFill>
                <a:schemeClr val="bg1"/>
              </a:solidFill>
              <a:latin typeface="Times New Roman"/>
              <a:ea typeface="Times New Roman"/>
              <a:cs typeface="Times New Roman"/>
            </a:endParaRPr>
          </a:p>
        </p:txBody>
      </p:sp>
    </p:spTree>
    <p:extLst>
      <p:ext uri="{BB962C8B-B14F-4D97-AF65-F5344CB8AC3E}">
        <p14:creationId xmlns:p14="http://schemas.microsoft.com/office/powerpoint/2010/main" val="39374017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662939"/>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90000"/>
          </a:bodyPr>
          <a:lstStyle xmlns:a="http://schemas.openxmlformats.org/drawingml/2006/main"/>
          <a:p xmlns:a="http://schemas.openxmlformats.org/drawingml/2006/main">
            <a:pPr algn="ctr">
              <a:buNone/>
            </a:pPr>
            <a:r>
              <a:rPr sz="4800" b="1">
                <a:solidFill>
                  <a:schemeClr val="bg1"/>
                </a:solidFill>
                <a:latin typeface="Times New Roman"/>
                <a:ea typeface="Times New Roman"/>
                <a:cs typeface="Times New Roman"/>
              </a:rPr>
              <a:t>Project Objectives</a:t>
            </a:r>
            <a:endParaRPr sz="4800" b="1">
              <a:solidFill>
                <a:schemeClr val="bg1"/>
              </a:solidFill>
              <a:latin typeface="Times New Roman"/>
              <a:ea typeface="Times New Roman"/>
              <a:cs typeface="Times New Roman"/>
            </a:endParaRPr>
          </a:p>
        </p:txBody>
      </p:sp>
      <p:sp>
        <p:nvSpPr>
          <p:cNvPr id="3" name="Content Placeholder 2">
            <a:extLst xmlns:a="http://schemas.openxmlformats.org/drawingml/2006/main">
              <a:ext uri="{FF2B5EF4-FFF2-40B4-BE49-F238E27FC236}">
                <a16:creationId xmlns:a16="http://schemas.microsoft.com/office/drawing/2014/main" id="{3B6D72A9-5B77-2FAD-A296-659695D34C01}"/>
              </a:ext>
            </a:extLst>
          </p:cNvPr>
          <p:cNvSpPr>
            <a:spLocks xmlns:a="http://schemas.openxmlformats.org/drawingml/2006/main" noGrp="1"/>
          </p:cNvSpPr>
          <p:nvPr>
            <p:ph idx="1"/>
          </p:nvPr>
        </p:nvSpPr>
        <p:spPr>
          <a:xfrm xmlns:a="http://schemas.openxmlformats.org/drawingml/2006/main">
            <a:off x="1" y="1087643"/>
            <a:ext cx="12191999" cy="4980528"/>
          </a:xfrm>
        </p:spPr>
        <p:txBody>
          <a:bodyPr xmlns:a="http://schemas.openxmlformats.org/drawingml/2006/main">
            <a:normAutofit/>
          </a:bodyPr>
          <a:lstStyle xmlns:a="http://schemas.openxmlformats.org/drawingml/2006/main"/>
          <a:p xmlns:a="http://schemas.openxmlformats.org/drawingml/2006/main">
            <a:pPr marL="0" indent="0" algn="just">
              <a:lnSpc>
                <a:spcPct val="115000"/>
              </a:lnSpc>
              <a:spcAft>
                <a:spcPts val="1000"/>
              </a:spcAft>
              <a:buNone/>
            </a:pPr>
            <a:r>
              <a:rPr sz="2400" b="1">
                <a:solidFill>
                  <a:srgbClr val="FF0000"/>
                </a:solidFill>
                <a:latin typeface="Times New Roman"/>
                <a:ea typeface="Times New Roman"/>
                <a:cs typeface="Times New Roman"/>
              </a:rPr>
              <a:t>The following are the </a:t>
            </a:r>
            <a:r>
              <a:rPr sz="2400" b="1">
                <a:solidFill>
                  <a:srgbClr val="FF0000"/>
                </a:solidFill>
                <a:latin typeface="Times New Roman"/>
                <a:ea typeface="Times New Roman"/>
                <a:cs typeface="Times New Roman"/>
              </a:rPr>
              <a:t>Finalized </a:t>
            </a:r>
            <a:r>
              <a:rPr sz="2400" b="1">
                <a:solidFill>
                  <a:srgbClr val="FF0000"/>
                </a:solidFill>
                <a:latin typeface="Times New Roman"/>
                <a:ea typeface="Times New Roman"/>
                <a:cs typeface="Times New Roman"/>
              </a:rPr>
              <a:t>objectives of the project:</a:t>
            </a:r>
            <a:endParaRPr sz="2400" b="1">
              <a:solidFill>
                <a:srgbClr val="FF0000"/>
              </a:solidFill>
              <a:latin typeface="Times New Roman"/>
              <a:ea typeface="Times New Roman"/>
              <a:cs typeface="Times New Roman"/>
            </a:endParaRPr>
          </a:p>
          <a:p xmlns:a="http://schemas.openxmlformats.org/drawingml/2006/main">
            <a:pPr marL="0" indent="0">
              <a:buNone/>
            </a:pPr>
            <a:r>
              <a:rPr sz="2400">
                <a:latin typeface="Times New Roman"/>
                <a:ea typeface="Times New Roman"/>
                <a:cs typeface="Times New Roman"/>
              </a:rPr>
              <a:t>1. To develop a BLE-based mobile communication backbone for transmitting real-time patient vitals to a mobile application, which securely forwards data to the cloud using MQTT over TLS, with CoAP as a backup.</a:t>
            </a:r>
          </a:p>
          <a:p xmlns:a="http://schemas.openxmlformats.org/drawingml/2006/main">
            <a:pPr marL="0" indent="0">
              <a:buNone/>
            </a:pPr>
            <a:r>
              <a:rPr sz="2400">
                <a:latin typeface="Times New Roman"/>
                <a:ea typeface="Times New Roman"/>
                <a:cs typeface="Times New Roman"/>
              </a:rPr>
              <a:t>2. To integrate the existing patient health monitoring system with the mobile communication backbone for continuous vital acquisition, transmission, and remote monitoring during ambulance transit.</a:t>
            </a:r>
          </a:p>
          <a:p xmlns:a="http://schemas.openxmlformats.org/drawingml/2006/main">
            <a:pPr marL="0" indent="0">
              <a:buNone/>
            </a:pPr>
            <a:r>
              <a:rPr sz="2400">
                <a:latin typeface="Times New Roman"/>
                <a:ea typeface="Times New Roman"/>
                <a:cs typeface="Times New Roman"/>
              </a:rPr>
              <a:t>3. To implement RTOS-based concurrent task management for sensor acquisition, vital processing, communication, and local display, ensuring responsive and reliable operation.</a:t>
            </a:r>
          </a:p>
          <a:p xmlns:a="http://schemas.openxmlformats.org/drawingml/2006/main">
            <a:pPr marL="0" indent="0">
              <a:buNone/>
            </a:pPr>
            <a:r>
              <a:rPr sz="2400">
                <a:latin typeface="Times New Roman"/>
                <a:ea typeface="Times New Roman"/>
                <a:cs typeface="Times New Roman"/>
              </a:rPr>
              <a:t>4. To develop an ML-based patient risk prediction module that analyses real-time vitals, identifies potential deterioration, and classifies patient risk levels for early clinical assessment.</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2" y="6492875"/>
            <a:ext cx="12191998" cy="365125"/>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p xmlns:a="http://schemas.openxmlformats.org/drawingml/2006/main">
            <a:pPr algn="l">
              <a:buNone/>
            </a:pPr>
            <a:r>
              <a:rPr b="1">
                <a:solidFill>
                  <a:schemeClr val="bg1"/>
                </a:solidFill>
                <a:latin typeface="Times New Roman"/>
                <a:ea typeface="Times New Roman"/>
                <a:cs typeface="Times New Roman"/>
              </a:rPr>
              <a:t>Dept. of Electronics and Communication Engineering, NMIT, Bengaluru                                                                                                                                                                                             8                     </a:t>
            </a:r>
            <a:endParaRPr b="1">
              <a:solidFill>
                <a:schemeClr val="bg1"/>
              </a:solidFill>
              <a:latin typeface="Times New Roman"/>
              <a:ea typeface="Times New Roman"/>
              <a:cs typeface="Times New Roman"/>
            </a:endParaRPr>
          </a:p>
        </p:txBody>
      </p:sp>
    </p:spTree>
    <p:extLst>
      <p:ext uri="{BB962C8B-B14F-4D97-AF65-F5344CB8AC3E}">
        <p14:creationId xmlns:p14="http://schemas.microsoft.com/office/powerpoint/2010/main" val="168342870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720089"/>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90000"/>
          </a:bodyPr>
          <a:lstStyle xmlns:a="http://schemas.openxmlformats.org/drawingml/2006/main"/>
          <a:p xmlns:a="http://schemas.openxmlformats.org/drawingml/2006/main">
            <a:pPr algn="ctr">
              <a:buNone/>
            </a:pPr>
            <a:r>
              <a:rPr sz="4800" b="1">
                <a:solidFill>
                  <a:schemeClr val="bg1"/>
                </a:solidFill>
                <a:latin typeface="Times New Roman"/>
                <a:ea typeface="Times New Roman"/>
                <a:cs typeface="Times New Roman"/>
              </a:rPr>
              <a:t>Architecture</a:t>
            </a:r>
          </a:p>
        </p:txBody>
      </p:sp>
      <p:pic>
        <p:nvPicPr>
          <p:cNvPr id="6" name="Content Placeholder 5">
            <a:extLst xmlns:a="http://schemas.openxmlformats.org/drawingml/2006/main">
              <a:ext uri="{FF2B5EF4-FFF2-40B4-BE49-F238E27FC236}">
                <a16:creationId xmlns:a16="http://schemas.microsoft.com/office/drawing/2014/main" id="{E6BD5173-EC4E-4338-B809-87F412065E93}"/>
              </a:ext>
            </a:extLst>
          </p:cNvPr>
          <p:cNvPicPr>
            <a:picLocks xmlns:a="http://schemas.openxmlformats.org/drawingml/2006/main" noChangeAspect="1"/>
          </p:cNvPicPr>
          <p:nvPr>
            <p:ph idx="1"/>
          </p:nvPr>
        </p:nvPicPr>
        <p:blipFill>
          <a:blip xmlns:r="http://schemas.openxmlformats.org/officeDocument/2006/relationships" xmlns:a="http://schemas.openxmlformats.org/drawingml/2006/main" r:embed="Ra620da0fe6554cd3"/>
          <a:stretch xmlns:a="http://schemas.openxmlformats.org/drawingml/2006/main">
            <a:fillRect l="0" t="0" r="0" b="0"/>
          </a:stretch>
        </p:blipFill>
        <p:spPr>
          <a:xfrm xmlns:a="http://schemas.openxmlformats.org/drawingml/2006/main">
            <a:off x="2244661" y="717979"/>
            <a:ext cx="7702677" cy="5777008"/>
          </a:xfrm>
          <a:prstGeom xmlns:a="http://schemas.openxmlformats.org/drawingml/2006/main" prst="rect">
            <a:avLst/>
          </a:prstGeom>
        </p:spPr>
      </p:pic>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2" y="6492875"/>
            <a:ext cx="12191998" cy="365125"/>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p xmlns:a="http://schemas.openxmlformats.org/drawingml/2006/main">
            <a:pPr algn="l">
              <a:buNone/>
            </a:pPr>
            <a:r>
              <a:rPr b="1">
                <a:solidFill>
                  <a:schemeClr val="bg1"/>
                </a:solidFill>
                <a:latin typeface="Times New Roman"/>
                <a:ea typeface="Times New Roman"/>
                <a:cs typeface="Times New Roman"/>
              </a:rPr>
              <a:t>Dept. of Electronics and Communication Engineering, NMIT, Bengaluru                                                                                                                                                                                             8                     </a:t>
            </a:r>
            <a:endParaRPr b="1">
              <a:solidFill>
                <a:schemeClr val="bg1"/>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4230845B-654F-4D64-AAA3-6F75331D67C8}"/>
              </a:ext>
            </a:extLst>
          </p:cNvPr>
          <p:cNvCxnSpPr>
            <a:stCxn xmlns:a="http://schemas.openxmlformats.org/drawingml/2006/main" id="9" idx="1"/>
            <a:endCxn xmlns:a="http://schemas.openxmlformats.org/drawingml/2006/main" id="10" idx="3"/>
          </p:cNvCxnSpPr>
          <p:nvPr/>
        </p:nvCxnSpPr>
        <p:spPr>
          <a:xfrm xmlns:a="http://schemas.openxmlformats.org/drawingml/2006/main" flipH="1">
            <a:off x="371475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73108008-453D-45A2-9336-4CF547AF415C}"/>
              </a:ext>
            </a:extLst>
          </p:cNvPr>
          <p:cNvCxnSpPr>
            <a:stCxn xmlns:a="http://schemas.openxmlformats.org/drawingml/2006/main" id="8" idx="1"/>
            <a:endCxn xmlns:a="http://schemas.openxmlformats.org/drawingml/2006/main" id="9" idx="3"/>
          </p:cNvCxnSpPr>
          <p:nvPr/>
        </p:nvCxnSpPr>
        <p:spPr>
          <a:xfrm xmlns:a="http://schemas.openxmlformats.org/drawingml/2006/main" flipH="1">
            <a:off x="762000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3" name="">
            <a:extLst xmlns:a="http://schemas.openxmlformats.org/drawingml/2006/main">
              <a:ext uri="{FF2B5EF4-FFF2-40B4-BE49-F238E27FC236}">
                <a16:creationId xmlns:a16="http://schemas.microsoft.com/office/drawing/2014/main" id="{7F332020-27C8-4F7A-8A9D-67F09D4EC594}"/>
              </a:ext>
            </a:extLst>
          </p:cNvPr>
          <p:cNvCxnSpPr>
            <a:stCxn xmlns:a="http://schemas.openxmlformats.org/drawingml/2006/main" id="7" idx="2"/>
            <a:endCxn xmlns:a="http://schemas.openxmlformats.org/drawingml/2006/main" id="8" idx="0"/>
          </p:cNvCxnSpPr>
          <p:nvPr/>
        </p:nvCxnSpPr>
        <p:spPr>
          <a:xfrm xmlns:a="http://schemas.openxmlformats.org/drawingml/2006/main">
            <a:off x="10001250" y="2476500"/>
            <a:ext cx="0" cy="1285875"/>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5B02840A-893E-46A6-B3E1-BA562AE3CB08}"/>
              </a:ext>
            </a:extLst>
          </p:cNvPr>
          <p:cNvCxnSpPr>
            <a:stCxn xmlns:a="http://schemas.openxmlformats.org/drawingml/2006/main" id="6" idx="3"/>
            <a:endCxn xmlns:a="http://schemas.openxmlformats.org/drawingml/2006/main" id="7" idx="1"/>
          </p:cNvCxnSpPr>
          <p:nvPr/>
        </p:nvCxnSpPr>
        <p:spPr>
          <a:xfrm xmlns:a="http://schemas.openxmlformats.org/drawingml/2006/main">
            <a:off x="762000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DDB57D69-1D0E-4C06-AB10-0164F81FBF17}"/>
              </a:ext>
            </a:extLst>
          </p:cNvPr>
          <p:cNvCxnSpPr>
            <a:stCxn xmlns:a="http://schemas.openxmlformats.org/drawingml/2006/main" id="5" idx="3"/>
            <a:endCxn xmlns:a="http://schemas.openxmlformats.org/drawingml/2006/main" id="6" idx="1"/>
          </p:cNvCxnSpPr>
          <p:nvPr/>
        </p:nvCxnSpPr>
        <p:spPr>
          <a:xfrm xmlns:a="http://schemas.openxmlformats.org/drawingml/2006/main">
            <a:off x="371475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xmlns:a="http://schemas.openxmlformats.org/drawingml/2006/main">
              <a:ext uri="{FF2B5EF4-FFF2-40B4-BE49-F238E27FC236}">
                <a16:creationId xmlns:a16="http://schemas.microsoft.com/office/drawing/2014/main" id="{3EC534E1-DB52-4D82-BC53-5163A72AFED6}"/>
              </a:ext>
            </a:extLst>
          </p:cNvPr>
          <p:cNvSpPr>
            <a:spLocks xmlns:a="http://schemas.openxmlformats.org/drawingml/2006/main" noGrp="1"/>
          </p:cNvSpPr>
          <p:nvPr/>
        </p:nvSpPr>
        <p:spPr>
          <a:xfrm xmlns:a="http://schemas.openxmlformats.org/drawingml/2006/main">
            <a:off x="6667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buNone/>
              <a:defRPr sz="2175" b="1">
                <a:solidFill>
                  <a:srgbClr val="002060"/>
                </a:solidFill>
                <a:latin typeface="Times New Roman"/>
                <a:ea typeface="Times New Roman"/>
                <a:cs typeface="Times New Roman"/>
              </a:defRPr>
            </a:lvl1pPr>
            <a:lvl2pPr algn="ctr">
              <a:buNone/>
              <a:defRPr sz="2175" b="1">
                <a:solidFill>
                  <a:srgbClr val="002060"/>
                </a:solidFill>
                <a:latin typeface="Times New Roman"/>
                <a:ea typeface="Times New Roman"/>
                <a:cs typeface="Times New Roman"/>
              </a:defRPr>
            </a:lvl2pPr>
            <a:lvl3pPr algn="ctr">
              <a:buNone/>
              <a:defRPr sz="2175" b="1">
                <a:solidFill>
                  <a:srgbClr val="002060"/>
                </a:solidFill>
                <a:latin typeface="Times New Roman"/>
                <a:ea typeface="Times New Roman"/>
                <a:cs typeface="Times New Roman"/>
              </a:defRPr>
            </a:lvl3pPr>
            <a:lvl4pPr algn="ctr">
              <a:buNone/>
              <a:defRPr sz="2175" b="1">
                <a:solidFill>
                  <a:srgbClr val="002060"/>
                </a:solidFill>
                <a:latin typeface="Times New Roman"/>
                <a:ea typeface="Times New Roman"/>
                <a:cs typeface="Times New Roman"/>
              </a:defRPr>
            </a:lvl4pPr>
            <a:lvl5pPr algn="ctr">
              <a:buNone/>
              <a:defRPr sz="2175" b="1">
                <a:solidFill>
                  <a:srgbClr val="002060"/>
                </a:solidFill>
                <a:latin typeface="Times New Roman"/>
                <a:ea typeface="Times New Roman"/>
                <a:cs typeface="Times New Roman"/>
              </a:defRPr>
            </a:lvl5pPr>
            <a:lvl6pPr algn="ctr">
              <a:buNone/>
              <a:defRPr sz="2175" b="1">
                <a:solidFill>
                  <a:srgbClr val="002060"/>
                </a:solidFill>
                <a:latin typeface="Times New Roman"/>
                <a:ea typeface="Times New Roman"/>
                <a:cs typeface="Times New Roman"/>
              </a:defRPr>
            </a:lvl6pPr>
            <a:lvl7pPr algn="ctr">
              <a:buNone/>
              <a:defRPr sz="2175" b="1">
                <a:solidFill>
                  <a:srgbClr val="002060"/>
                </a:solidFill>
                <a:latin typeface="Times New Roman"/>
                <a:ea typeface="Times New Roman"/>
                <a:cs typeface="Times New Roman"/>
              </a:defRPr>
            </a:lvl7pPr>
            <a:lvl8pPr algn="ctr">
              <a:buNone/>
              <a:defRPr sz="2175" b="1">
                <a:solidFill>
                  <a:srgbClr val="002060"/>
                </a:solidFill>
                <a:latin typeface="Times New Roman"/>
                <a:ea typeface="Times New Roman"/>
                <a:cs typeface="Times New Roman"/>
              </a:defRPr>
            </a:lvl8pPr>
            <a:lvl9pPr algn="ctr">
              <a:buNone/>
              <a:defRPr sz="2175" b="1">
                <a:solidFill>
                  <a:srgbClr val="002060"/>
                </a:solidFill>
                <a:latin typeface="Times New Roman"/>
                <a:ea typeface="Times New Roman"/>
                <a:cs typeface="Times New Roman"/>
              </a:defRPr>
            </a:lvl9pPr>
          </a:lstStyle>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xmlns:a="http://schemas.openxmlformats.org/drawingml/2006/main">
              <a:ext uri="{FF2B5EF4-FFF2-40B4-BE49-F238E27FC236}">
                <a16:creationId xmlns:a16="http://schemas.microsoft.com/office/drawing/2014/main" id="{70D61D34-2748-45DF-9DE5-B2FE4FE041BA}"/>
              </a:ext>
            </a:extLst>
          </p:cNvPr>
          <p:cNvSpPr>
            <a:spLocks xmlns:a="http://schemas.openxmlformats.org/drawingml/2006/main" noGrp="1"/>
          </p:cNvSpPr>
          <p:nvPr/>
        </p:nvSpPr>
        <p:spPr>
          <a:xfrm xmlns:a="http://schemas.openxmlformats.org/drawingml/2006/main">
            <a:off x="457200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buNone/>
              <a:defRPr sz="2175" b="1">
                <a:solidFill>
                  <a:srgbClr val="002060"/>
                </a:solidFill>
                <a:latin typeface="Times New Roman"/>
                <a:ea typeface="Times New Roman"/>
                <a:cs typeface="Times New Roman"/>
              </a:defRPr>
            </a:lvl1pPr>
            <a:lvl2pPr algn="ctr">
              <a:buNone/>
              <a:defRPr sz="2175" b="1">
                <a:solidFill>
                  <a:srgbClr val="002060"/>
                </a:solidFill>
                <a:latin typeface="Times New Roman"/>
                <a:ea typeface="Times New Roman"/>
                <a:cs typeface="Times New Roman"/>
              </a:defRPr>
            </a:lvl2pPr>
            <a:lvl3pPr algn="ctr">
              <a:buNone/>
              <a:defRPr sz="2175" b="1">
                <a:solidFill>
                  <a:srgbClr val="002060"/>
                </a:solidFill>
                <a:latin typeface="Times New Roman"/>
                <a:ea typeface="Times New Roman"/>
                <a:cs typeface="Times New Roman"/>
              </a:defRPr>
            </a:lvl3pPr>
            <a:lvl4pPr algn="ctr">
              <a:buNone/>
              <a:defRPr sz="2175" b="1">
                <a:solidFill>
                  <a:srgbClr val="002060"/>
                </a:solidFill>
                <a:latin typeface="Times New Roman"/>
                <a:ea typeface="Times New Roman"/>
                <a:cs typeface="Times New Roman"/>
              </a:defRPr>
            </a:lvl4pPr>
            <a:lvl5pPr algn="ctr">
              <a:buNone/>
              <a:defRPr sz="2175" b="1">
                <a:solidFill>
                  <a:srgbClr val="002060"/>
                </a:solidFill>
                <a:latin typeface="Times New Roman"/>
                <a:ea typeface="Times New Roman"/>
                <a:cs typeface="Times New Roman"/>
              </a:defRPr>
            </a:lvl5pPr>
            <a:lvl6pPr algn="ctr">
              <a:buNone/>
              <a:defRPr sz="2175" b="1">
                <a:solidFill>
                  <a:srgbClr val="002060"/>
                </a:solidFill>
                <a:latin typeface="Times New Roman"/>
                <a:ea typeface="Times New Roman"/>
                <a:cs typeface="Times New Roman"/>
              </a:defRPr>
            </a:lvl6pPr>
            <a:lvl7pPr algn="ctr">
              <a:buNone/>
              <a:defRPr sz="2175" b="1">
                <a:solidFill>
                  <a:srgbClr val="002060"/>
                </a:solidFill>
                <a:latin typeface="Times New Roman"/>
                <a:ea typeface="Times New Roman"/>
                <a:cs typeface="Times New Roman"/>
              </a:defRPr>
            </a:lvl7pPr>
            <a:lvl8pPr algn="ctr">
              <a:buNone/>
              <a:defRPr sz="2175" b="1">
                <a:solidFill>
                  <a:srgbClr val="002060"/>
                </a:solidFill>
                <a:latin typeface="Times New Roman"/>
                <a:ea typeface="Times New Roman"/>
                <a:cs typeface="Times New Roman"/>
              </a:defRPr>
            </a:lvl8pPr>
            <a:lvl9pPr algn="ctr">
              <a:buNone/>
              <a:defRPr sz="2175" b="1">
                <a:solidFill>
                  <a:srgbClr val="002060"/>
                </a:solidFill>
                <a:latin typeface="Times New Roman"/>
                <a:ea typeface="Times New Roman"/>
                <a:cs typeface="Times New Roman"/>
              </a:defRPr>
            </a:lvl9pPr>
          </a:lstStyle>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xmlns:a="http://schemas.openxmlformats.org/drawingml/2006/main">
              <a:ext uri="{FF2B5EF4-FFF2-40B4-BE49-F238E27FC236}">
                <a16:creationId xmlns:a16="http://schemas.microsoft.com/office/drawing/2014/main" id="{752EE862-24C5-4C2C-BFD8-42C07AA96859}"/>
              </a:ext>
            </a:extLst>
          </p:cNvPr>
          <p:cNvSpPr>
            <a:spLocks xmlns:a="http://schemas.openxmlformats.org/drawingml/2006/main" noGrp="1"/>
          </p:cNvSpPr>
          <p:nvPr/>
        </p:nvSpPr>
        <p:spPr>
          <a:xfrm xmlns:a="http://schemas.openxmlformats.org/drawingml/2006/main">
            <a:off x="84772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buNone/>
              <a:defRPr sz="2175" b="1">
                <a:solidFill>
                  <a:srgbClr val="002060"/>
                </a:solidFill>
                <a:latin typeface="Times New Roman"/>
                <a:ea typeface="Times New Roman"/>
                <a:cs typeface="Times New Roman"/>
              </a:defRPr>
            </a:lvl1pPr>
            <a:lvl2pPr algn="ctr">
              <a:buNone/>
              <a:defRPr sz="2175" b="1">
                <a:solidFill>
                  <a:srgbClr val="002060"/>
                </a:solidFill>
                <a:latin typeface="Times New Roman"/>
                <a:ea typeface="Times New Roman"/>
                <a:cs typeface="Times New Roman"/>
              </a:defRPr>
            </a:lvl2pPr>
            <a:lvl3pPr algn="ctr">
              <a:buNone/>
              <a:defRPr sz="2175" b="1">
                <a:solidFill>
                  <a:srgbClr val="002060"/>
                </a:solidFill>
                <a:latin typeface="Times New Roman"/>
                <a:ea typeface="Times New Roman"/>
                <a:cs typeface="Times New Roman"/>
              </a:defRPr>
            </a:lvl3pPr>
            <a:lvl4pPr algn="ctr">
              <a:buNone/>
              <a:defRPr sz="2175" b="1">
                <a:solidFill>
                  <a:srgbClr val="002060"/>
                </a:solidFill>
                <a:latin typeface="Times New Roman"/>
                <a:ea typeface="Times New Roman"/>
                <a:cs typeface="Times New Roman"/>
              </a:defRPr>
            </a:lvl4pPr>
            <a:lvl5pPr algn="ctr">
              <a:buNone/>
              <a:defRPr sz="2175" b="1">
                <a:solidFill>
                  <a:srgbClr val="002060"/>
                </a:solidFill>
                <a:latin typeface="Times New Roman"/>
                <a:ea typeface="Times New Roman"/>
                <a:cs typeface="Times New Roman"/>
              </a:defRPr>
            </a:lvl5pPr>
            <a:lvl6pPr algn="ctr">
              <a:buNone/>
              <a:defRPr sz="2175" b="1">
                <a:solidFill>
                  <a:srgbClr val="002060"/>
                </a:solidFill>
                <a:latin typeface="Times New Roman"/>
                <a:ea typeface="Times New Roman"/>
                <a:cs typeface="Times New Roman"/>
              </a:defRPr>
            </a:lvl6pPr>
            <a:lvl7pPr algn="ctr">
              <a:buNone/>
              <a:defRPr sz="2175" b="1">
                <a:solidFill>
                  <a:srgbClr val="002060"/>
                </a:solidFill>
                <a:latin typeface="Times New Roman"/>
                <a:ea typeface="Times New Roman"/>
                <a:cs typeface="Times New Roman"/>
              </a:defRPr>
            </a:lvl7pPr>
            <a:lvl8pPr algn="ctr">
              <a:buNone/>
              <a:defRPr sz="2175" b="1">
                <a:solidFill>
                  <a:srgbClr val="002060"/>
                </a:solidFill>
                <a:latin typeface="Times New Roman"/>
                <a:ea typeface="Times New Roman"/>
                <a:cs typeface="Times New Roman"/>
              </a:defRPr>
            </a:lvl8pPr>
            <a:lvl9pPr algn="ctr">
              <a:buNone/>
              <a:defRPr sz="2175" b="1">
                <a:solidFill>
                  <a:srgbClr val="002060"/>
                </a:solidFill>
                <a:latin typeface="Times New Roman"/>
                <a:ea typeface="Times New Roman"/>
                <a:cs typeface="Times New Roman"/>
              </a:defRPr>
            </a:lvl9pPr>
          </a:lstStyle>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xmlns:a="http://schemas.openxmlformats.org/drawingml/2006/main">
              <a:ext uri="{FF2B5EF4-FFF2-40B4-BE49-F238E27FC236}">
                <a16:creationId xmlns:a16="http://schemas.microsoft.com/office/drawing/2014/main" id="{A90DB280-86FD-4D1C-861B-90313F97032F}"/>
              </a:ext>
            </a:extLst>
          </p:cNvPr>
          <p:cNvSpPr>
            <a:spLocks xmlns:a="http://schemas.openxmlformats.org/drawingml/2006/main" noGrp="1"/>
          </p:cNvSpPr>
          <p:nvPr/>
        </p:nvSpPr>
        <p:spPr>
          <a:xfrm xmlns:a="http://schemas.openxmlformats.org/drawingml/2006/main">
            <a:off x="84772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buNone/>
              <a:defRPr sz="2175" b="1">
                <a:solidFill>
                  <a:srgbClr val="002060"/>
                </a:solidFill>
                <a:latin typeface="Times New Roman"/>
                <a:ea typeface="Times New Roman"/>
                <a:cs typeface="Times New Roman"/>
              </a:defRPr>
            </a:lvl1pPr>
            <a:lvl2pPr algn="ctr">
              <a:buNone/>
              <a:defRPr sz="2175" b="1">
                <a:solidFill>
                  <a:srgbClr val="002060"/>
                </a:solidFill>
                <a:latin typeface="Times New Roman"/>
                <a:ea typeface="Times New Roman"/>
                <a:cs typeface="Times New Roman"/>
              </a:defRPr>
            </a:lvl2pPr>
            <a:lvl3pPr algn="ctr">
              <a:buNone/>
              <a:defRPr sz="2175" b="1">
                <a:solidFill>
                  <a:srgbClr val="002060"/>
                </a:solidFill>
                <a:latin typeface="Times New Roman"/>
                <a:ea typeface="Times New Roman"/>
                <a:cs typeface="Times New Roman"/>
              </a:defRPr>
            </a:lvl3pPr>
            <a:lvl4pPr algn="ctr">
              <a:buNone/>
              <a:defRPr sz="2175" b="1">
                <a:solidFill>
                  <a:srgbClr val="002060"/>
                </a:solidFill>
                <a:latin typeface="Times New Roman"/>
                <a:ea typeface="Times New Roman"/>
                <a:cs typeface="Times New Roman"/>
              </a:defRPr>
            </a:lvl4pPr>
            <a:lvl5pPr algn="ctr">
              <a:buNone/>
              <a:defRPr sz="2175" b="1">
                <a:solidFill>
                  <a:srgbClr val="002060"/>
                </a:solidFill>
                <a:latin typeface="Times New Roman"/>
                <a:ea typeface="Times New Roman"/>
                <a:cs typeface="Times New Roman"/>
              </a:defRPr>
            </a:lvl5pPr>
            <a:lvl6pPr algn="ctr">
              <a:buNone/>
              <a:defRPr sz="2175" b="1">
                <a:solidFill>
                  <a:srgbClr val="002060"/>
                </a:solidFill>
                <a:latin typeface="Times New Roman"/>
                <a:ea typeface="Times New Roman"/>
                <a:cs typeface="Times New Roman"/>
              </a:defRPr>
            </a:lvl6pPr>
            <a:lvl7pPr algn="ctr">
              <a:buNone/>
              <a:defRPr sz="2175" b="1">
                <a:solidFill>
                  <a:srgbClr val="002060"/>
                </a:solidFill>
                <a:latin typeface="Times New Roman"/>
                <a:ea typeface="Times New Roman"/>
                <a:cs typeface="Times New Roman"/>
              </a:defRPr>
            </a:lvl7pPr>
            <a:lvl8pPr algn="ctr">
              <a:buNone/>
              <a:defRPr sz="2175" b="1">
                <a:solidFill>
                  <a:srgbClr val="002060"/>
                </a:solidFill>
                <a:latin typeface="Times New Roman"/>
                <a:ea typeface="Times New Roman"/>
                <a:cs typeface="Times New Roman"/>
              </a:defRPr>
            </a:lvl8pPr>
            <a:lvl9pPr algn="ctr">
              <a:buNone/>
              <a:defRPr sz="2175" b="1">
                <a:solidFill>
                  <a:srgbClr val="002060"/>
                </a:solidFill>
                <a:latin typeface="Times New Roman"/>
                <a:ea typeface="Times New Roman"/>
                <a:cs typeface="Times New Roman"/>
              </a:defRPr>
            </a:lvl9pPr>
          </a:lstStyle>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xmlns:a="http://schemas.openxmlformats.org/drawingml/2006/main">
              <a:ext uri="{FF2B5EF4-FFF2-40B4-BE49-F238E27FC236}">
                <a16:creationId xmlns:a16="http://schemas.microsoft.com/office/drawing/2014/main" id="{772BE867-2CA6-458C-8A20-78D23F5D1951}"/>
              </a:ext>
            </a:extLst>
          </p:cNvPr>
          <p:cNvSpPr>
            <a:spLocks xmlns:a="http://schemas.openxmlformats.org/drawingml/2006/main" noGrp="1"/>
          </p:cNvSpPr>
          <p:nvPr/>
        </p:nvSpPr>
        <p:spPr>
          <a:xfrm xmlns:a="http://schemas.openxmlformats.org/drawingml/2006/main">
            <a:off x="457200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buNone/>
              <a:defRPr sz="2175" b="1">
                <a:solidFill>
                  <a:srgbClr val="002060"/>
                </a:solidFill>
                <a:latin typeface="Times New Roman"/>
                <a:ea typeface="Times New Roman"/>
                <a:cs typeface="Times New Roman"/>
              </a:defRPr>
            </a:lvl1pPr>
            <a:lvl2pPr algn="ctr">
              <a:buNone/>
              <a:defRPr sz="2175" b="1">
                <a:solidFill>
                  <a:srgbClr val="002060"/>
                </a:solidFill>
                <a:latin typeface="Times New Roman"/>
                <a:ea typeface="Times New Roman"/>
                <a:cs typeface="Times New Roman"/>
              </a:defRPr>
            </a:lvl2pPr>
            <a:lvl3pPr algn="ctr">
              <a:buNone/>
              <a:defRPr sz="2175" b="1">
                <a:solidFill>
                  <a:srgbClr val="002060"/>
                </a:solidFill>
                <a:latin typeface="Times New Roman"/>
                <a:ea typeface="Times New Roman"/>
                <a:cs typeface="Times New Roman"/>
              </a:defRPr>
            </a:lvl3pPr>
            <a:lvl4pPr algn="ctr">
              <a:buNone/>
              <a:defRPr sz="2175" b="1">
                <a:solidFill>
                  <a:srgbClr val="002060"/>
                </a:solidFill>
                <a:latin typeface="Times New Roman"/>
                <a:ea typeface="Times New Roman"/>
                <a:cs typeface="Times New Roman"/>
              </a:defRPr>
            </a:lvl4pPr>
            <a:lvl5pPr algn="ctr">
              <a:buNone/>
              <a:defRPr sz="2175" b="1">
                <a:solidFill>
                  <a:srgbClr val="002060"/>
                </a:solidFill>
                <a:latin typeface="Times New Roman"/>
                <a:ea typeface="Times New Roman"/>
                <a:cs typeface="Times New Roman"/>
              </a:defRPr>
            </a:lvl5pPr>
            <a:lvl6pPr algn="ctr">
              <a:buNone/>
              <a:defRPr sz="2175" b="1">
                <a:solidFill>
                  <a:srgbClr val="002060"/>
                </a:solidFill>
                <a:latin typeface="Times New Roman"/>
                <a:ea typeface="Times New Roman"/>
                <a:cs typeface="Times New Roman"/>
              </a:defRPr>
            </a:lvl6pPr>
            <a:lvl7pPr algn="ctr">
              <a:buNone/>
              <a:defRPr sz="2175" b="1">
                <a:solidFill>
                  <a:srgbClr val="002060"/>
                </a:solidFill>
                <a:latin typeface="Times New Roman"/>
                <a:ea typeface="Times New Roman"/>
                <a:cs typeface="Times New Roman"/>
              </a:defRPr>
            </a:lvl7pPr>
            <a:lvl8pPr algn="ctr">
              <a:buNone/>
              <a:defRPr sz="2175" b="1">
                <a:solidFill>
                  <a:srgbClr val="002060"/>
                </a:solidFill>
                <a:latin typeface="Times New Roman"/>
                <a:ea typeface="Times New Roman"/>
                <a:cs typeface="Times New Roman"/>
              </a:defRPr>
            </a:lvl8pPr>
            <a:lvl9pPr algn="ctr">
              <a:buNone/>
              <a:defRPr sz="2175" b="1">
                <a:solidFill>
                  <a:srgbClr val="002060"/>
                </a:solidFill>
                <a:latin typeface="Times New Roman"/>
                <a:ea typeface="Times New Roman"/>
                <a:cs typeface="Times New Roman"/>
              </a:defRPr>
            </a:lvl9pPr>
          </a:lstStyle>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Receive simulated</a:t>
            </a:r>
          </a:p>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vital observations</a:t>
            </a:r>
          </a:p>
        </p:txBody>
      </p:sp>
      <p:sp>
        <p:nvSpPr>
          <p:cNvPr id="10" name="Decode and display&#10;HR, SpO2, temperature">
            <a:extLst xmlns:a="http://schemas.openxmlformats.org/drawingml/2006/main">
              <a:ext uri="{FF2B5EF4-FFF2-40B4-BE49-F238E27FC236}">
                <a16:creationId xmlns:a16="http://schemas.microsoft.com/office/drawing/2014/main" id="{9F2374F1-590F-4E20-A086-E040650A59C6}"/>
              </a:ext>
            </a:extLst>
          </p:cNvPr>
          <p:cNvSpPr>
            <a:spLocks xmlns:a="http://schemas.openxmlformats.org/drawingml/2006/main" noGrp="1"/>
          </p:cNvSpPr>
          <p:nvPr/>
        </p:nvSpPr>
        <p:spPr>
          <a:xfrm xmlns:a="http://schemas.openxmlformats.org/drawingml/2006/main">
            <a:off x="6667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buNone/>
              <a:defRPr sz="2175" b="1">
                <a:solidFill>
                  <a:srgbClr val="002060"/>
                </a:solidFill>
                <a:latin typeface="Times New Roman"/>
                <a:ea typeface="Times New Roman"/>
                <a:cs typeface="Times New Roman"/>
              </a:defRPr>
            </a:lvl1pPr>
            <a:lvl2pPr algn="ctr">
              <a:buNone/>
              <a:defRPr sz="2175" b="1">
                <a:solidFill>
                  <a:srgbClr val="002060"/>
                </a:solidFill>
                <a:latin typeface="Times New Roman"/>
                <a:ea typeface="Times New Roman"/>
                <a:cs typeface="Times New Roman"/>
              </a:defRPr>
            </a:lvl2pPr>
            <a:lvl3pPr algn="ctr">
              <a:buNone/>
              <a:defRPr sz="2175" b="1">
                <a:solidFill>
                  <a:srgbClr val="002060"/>
                </a:solidFill>
                <a:latin typeface="Times New Roman"/>
                <a:ea typeface="Times New Roman"/>
                <a:cs typeface="Times New Roman"/>
              </a:defRPr>
            </a:lvl3pPr>
            <a:lvl4pPr algn="ctr">
              <a:buNone/>
              <a:defRPr sz="2175" b="1">
                <a:solidFill>
                  <a:srgbClr val="002060"/>
                </a:solidFill>
                <a:latin typeface="Times New Roman"/>
                <a:ea typeface="Times New Roman"/>
                <a:cs typeface="Times New Roman"/>
              </a:defRPr>
            </a:lvl4pPr>
            <a:lvl5pPr algn="ctr">
              <a:buNone/>
              <a:defRPr sz="2175" b="1">
                <a:solidFill>
                  <a:srgbClr val="002060"/>
                </a:solidFill>
                <a:latin typeface="Times New Roman"/>
                <a:ea typeface="Times New Roman"/>
                <a:cs typeface="Times New Roman"/>
              </a:defRPr>
            </a:lvl5pPr>
            <a:lvl6pPr algn="ctr">
              <a:buNone/>
              <a:defRPr sz="2175" b="1">
                <a:solidFill>
                  <a:srgbClr val="002060"/>
                </a:solidFill>
                <a:latin typeface="Times New Roman"/>
                <a:ea typeface="Times New Roman"/>
                <a:cs typeface="Times New Roman"/>
              </a:defRPr>
            </a:lvl6pPr>
            <a:lvl7pPr algn="ctr">
              <a:buNone/>
              <a:defRPr sz="2175" b="1">
                <a:solidFill>
                  <a:srgbClr val="002060"/>
                </a:solidFill>
                <a:latin typeface="Times New Roman"/>
                <a:ea typeface="Times New Roman"/>
                <a:cs typeface="Times New Roman"/>
              </a:defRPr>
            </a:lvl7pPr>
            <a:lvl8pPr algn="ctr">
              <a:buNone/>
              <a:defRPr sz="2175" b="1">
                <a:solidFill>
                  <a:srgbClr val="002060"/>
                </a:solidFill>
                <a:latin typeface="Times New Roman"/>
                <a:ea typeface="Times New Roman"/>
                <a:cs typeface="Times New Roman"/>
              </a:defRPr>
            </a:lvl8pPr>
            <a:lvl9pPr algn="ctr">
              <a:buNone/>
              <a:defRPr sz="2175" b="1">
                <a:solidFill>
                  <a:srgbClr val="002060"/>
                </a:solidFill>
                <a:latin typeface="Times New Roman"/>
                <a:ea typeface="Times New Roman"/>
                <a:cs typeface="Times New Roman"/>
              </a:defRPr>
            </a:lvl9pPr>
          </a:lstStyle>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xmlns:a="http://schemas.openxmlformats.org/drawingml/2006/main">
            <a:pPr algn="ctr">
              <a:buNone/>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xmlns:a="http://schemas.openxmlformats.org/drawingml/2006/main">
              <a:ext uri="{FF2B5EF4-FFF2-40B4-BE49-F238E27FC236}">
                <a16:creationId xmlns:a16="http://schemas.microsoft.com/office/drawing/2014/main" id="{A9FF0872-432F-4647-9E3B-26FF09BA661E}"/>
              </a:ext>
            </a:extLst>
          </p:cNvPr>
          <p:cNvSpPr>
            <a:spLocks xmlns:a="http://schemas.openxmlformats.org/drawingml/2006/main" noGrp="1"/>
          </p:cNvSpPr>
          <p:nvPr/>
        </p:nvSpPr>
        <p:spPr>
          <a:xfrm xmlns:a="http://schemas.openxmlformats.org/drawingml/2006/main">
            <a:off x="857250" y="2762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325" b="0">
                <a:solidFill>
                  <a:srgbClr val="0070C0"/>
                </a:solidFill>
                <a:latin typeface="Times New Roman"/>
                <a:ea typeface="Times New Roman"/>
                <a:cs typeface="Times New Roman"/>
              </a:defRPr>
            </a:defPPr>
            <a:lvl1pPr algn="l">
              <a:buNone/>
              <a:defRPr sz="2325" b="0">
                <a:solidFill>
                  <a:srgbClr val="0070C0"/>
                </a:solidFill>
                <a:latin typeface="Times New Roman"/>
                <a:ea typeface="Times New Roman"/>
                <a:cs typeface="Times New Roman"/>
              </a:defRPr>
            </a:lvl1pPr>
            <a:lvl2pPr algn="l">
              <a:buNone/>
              <a:defRPr sz="2325" b="0">
                <a:solidFill>
                  <a:srgbClr val="0070C0"/>
                </a:solidFill>
                <a:latin typeface="Times New Roman"/>
                <a:ea typeface="Times New Roman"/>
                <a:cs typeface="Times New Roman"/>
              </a:defRPr>
            </a:lvl2pPr>
            <a:lvl3pPr algn="l">
              <a:buNone/>
              <a:defRPr sz="2325" b="0">
                <a:solidFill>
                  <a:srgbClr val="0070C0"/>
                </a:solidFill>
                <a:latin typeface="Times New Roman"/>
                <a:ea typeface="Times New Roman"/>
                <a:cs typeface="Times New Roman"/>
              </a:defRPr>
            </a:lvl3pPr>
            <a:lvl4pPr algn="l">
              <a:buNone/>
              <a:defRPr sz="2325" b="0">
                <a:solidFill>
                  <a:srgbClr val="0070C0"/>
                </a:solidFill>
                <a:latin typeface="Times New Roman"/>
                <a:ea typeface="Times New Roman"/>
                <a:cs typeface="Times New Roman"/>
              </a:defRPr>
            </a:lvl4pPr>
            <a:lvl5pPr algn="l">
              <a:buNone/>
              <a:defRPr sz="2325" b="0">
                <a:solidFill>
                  <a:srgbClr val="0070C0"/>
                </a:solidFill>
                <a:latin typeface="Times New Roman"/>
                <a:ea typeface="Times New Roman"/>
                <a:cs typeface="Times New Roman"/>
              </a:defRPr>
            </a:lvl5pPr>
            <a:lvl6pPr algn="l">
              <a:buNone/>
              <a:defRPr sz="2325" b="0">
                <a:solidFill>
                  <a:srgbClr val="0070C0"/>
                </a:solidFill>
                <a:latin typeface="Times New Roman"/>
                <a:ea typeface="Times New Roman"/>
                <a:cs typeface="Times New Roman"/>
              </a:defRPr>
            </a:lvl6pPr>
            <a:lvl7pPr algn="l">
              <a:buNone/>
              <a:defRPr sz="2325" b="0">
                <a:solidFill>
                  <a:srgbClr val="0070C0"/>
                </a:solidFill>
                <a:latin typeface="Times New Roman"/>
                <a:ea typeface="Times New Roman"/>
                <a:cs typeface="Times New Roman"/>
              </a:defRPr>
            </a:lvl7pPr>
            <a:lvl8pPr algn="l">
              <a:buNone/>
              <a:defRPr sz="2325" b="0">
                <a:solidFill>
                  <a:srgbClr val="0070C0"/>
                </a:solidFill>
                <a:latin typeface="Times New Roman"/>
                <a:ea typeface="Times New Roman"/>
                <a:cs typeface="Times New Roman"/>
              </a:defRPr>
            </a:lvl8pPr>
            <a:lvl9pPr algn="l">
              <a:buNone/>
              <a:defRPr sz="2325" b="0">
                <a:solidFill>
                  <a:srgbClr val="0070C0"/>
                </a:solidFill>
                <a:latin typeface="Times New Roman"/>
                <a:ea typeface="Times New Roman"/>
                <a:cs typeface="Times New Roman"/>
              </a:defRPr>
            </a:lvl9pPr>
          </a:lstStyle>
          <a:p xmlns:a="http://schemas.openxmlformats.org/drawingml/2006/main">
            <a:pPr algn="l">
              <a:buNone/>
              <a:defRPr sz="2325" b="0">
                <a:solidFill>
                  <a:srgbClr val="0070C0"/>
                </a:solidFill>
                <a:latin typeface="Times New Roman"/>
                <a:ea typeface="Times New Roman"/>
                <a:cs typeface="Times New Roman"/>
              </a:defRPr>
            </a:pPr>
            <a:r>
              <a:rPr sz="2325" b="0">
                <a:solidFill>
                  <a:srgbClr val="0070C0"/>
                </a:solidFill>
                <a:latin typeface="Times New Roman"/>
                <a:ea typeface="Times New Roman"/>
                <a:cs typeface="Times New Roman"/>
              </a:rPr>
              <a:t>After subscription, the app enables start/stop control</a:t>
            </a:r>
          </a:p>
        </p:txBody>
      </p:sp>
      <p:sp>
        <p:nvSpPr>
          <p:cNvPr id="17" name="Stop: 0x02     Disconnect: ESP32 resumes adve">
            <a:extLst xmlns:a="http://schemas.openxmlformats.org/drawingml/2006/main">
              <a:ext uri="{FF2B5EF4-FFF2-40B4-BE49-F238E27FC236}">
                <a16:creationId xmlns:a16="http://schemas.microsoft.com/office/drawing/2014/main" id="{A971D6EE-DC0D-4018-A4B4-5B5E8D6E138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buNone/>
              <a:defRPr sz="1875" b="0">
                <a:solidFill>
                  <a:srgbClr val="0070C0"/>
                </a:solidFill>
                <a:latin typeface="Times New Roman"/>
                <a:ea typeface="Times New Roman"/>
                <a:cs typeface="Times New Roman"/>
              </a:defRPr>
            </a:lvl1pPr>
            <a:lvl2pPr algn="l">
              <a:buNone/>
              <a:defRPr sz="1875" b="0">
                <a:solidFill>
                  <a:srgbClr val="0070C0"/>
                </a:solidFill>
                <a:latin typeface="Times New Roman"/>
                <a:ea typeface="Times New Roman"/>
                <a:cs typeface="Times New Roman"/>
              </a:defRPr>
            </a:lvl2pPr>
            <a:lvl3pPr algn="l">
              <a:buNone/>
              <a:defRPr sz="1875" b="0">
                <a:solidFill>
                  <a:srgbClr val="0070C0"/>
                </a:solidFill>
                <a:latin typeface="Times New Roman"/>
                <a:ea typeface="Times New Roman"/>
                <a:cs typeface="Times New Roman"/>
              </a:defRPr>
            </a:lvl3pPr>
            <a:lvl4pPr algn="l">
              <a:buNone/>
              <a:defRPr sz="1875" b="0">
                <a:solidFill>
                  <a:srgbClr val="0070C0"/>
                </a:solidFill>
                <a:latin typeface="Times New Roman"/>
                <a:ea typeface="Times New Roman"/>
                <a:cs typeface="Times New Roman"/>
              </a:defRPr>
            </a:lvl4pPr>
            <a:lvl5pPr algn="l">
              <a:buNone/>
              <a:defRPr sz="1875" b="0">
                <a:solidFill>
                  <a:srgbClr val="0070C0"/>
                </a:solidFill>
                <a:latin typeface="Times New Roman"/>
                <a:ea typeface="Times New Roman"/>
                <a:cs typeface="Times New Roman"/>
              </a:defRPr>
            </a:lvl5pPr>
            <a:lvl6pPr algn="l">
              <a:buNone/>
              <a:defRPr sz="1875" b="0">
                <a:solidFill>
                  <a:srgbClr val="0070C0"/>
                </a:solidFill>
                <a:latin typeface="Times New Roman"/>
                <a:ea typeface="Times New Roman"/>
                <a:cs typeface="Times New Roman"/>
              </a:defRPr>
            </a:lvl6pPr>
            <a:lvl7pPr algn="l">
              <a:buNone/>
              <a:defRPr sz="1875" b="0">
                <a:solidFill>
                  <a:srgbClr val="0070C0"/>
                </a:solidFill>
                <a:latin typeface="Times New Roman"/>
                <a:ea typeface="Times New Roman"/>
                <a:cs typeface="Times New Roman"/>
              </a:defRPr>
            </a:lvl7pPr>
            <a:lvl8pPr algn="l">
              <a:buNone/>
              <a:defRPr sz="1875" b="0">
                <a:solidFill>
                  <a:srgbClr val="0070C0"/>
                </a:solidFill>
                <a:latin typeface="Times New Roman"/>
                <a:ea typeface="Times New Roman"/>
                <a:cs typeface="Times New Roman"/>
              </a:defRPr>
            </a:lvl8pPr>
            <a:lvl9pPr algn="l">
              <a:buNone/>
              <a:defRPr sz="1875" b="0">
                <a:solidFill>
                  <a:srgbClr val="0070C0"/>
                </a:solidFill>
                <a:latin typeface="Times New Roman"/>
                <a:ea typeface="Times New Roman"/>
                <a:cs typeface="Times New Roman"/>
              </a:defRPr>
            </a:lvl9pPr>
          </a:lstStyle>
          <a:p xmlns:a="http://schemas.openxmlformats.org/drawingml/2006/main">
            <a:pPr algn="l">
              <a:buNone/>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Stop: 0x02     Disconnect: ESP32 resumes advertising     Reconnect: scan and select again</a:t>
            </a:r>
          </a:p>
        </p:txBody>
      </p:sp>
      <p:sp>
        <p:nvSpPr>
          <p:cNvPr id="18" name="5">
            <a:extLst xmlns:a="http://schemas.openxmlformats.org/drawingml/2006/main">
              <a:ext uri="{FF2B5EF4-FFF2-40B4-BE49-F238E27FC236}">
                <a16:creationId xmlns:a16="http://schemas.microsoft.com/office/drawing/2014/main" id="{3BED381B-E896-48C8-87C3-BF1D1FD6DFD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6EC7838E-2132-4FB4-9FC5-B2428702549F}"/>
              </a:ext>
            </a:extLst>
          </p:cNvPr>
          <p:cNvGraphicFramePr/>
          <p:nvPr/>
        </p:nvGraphicFramePr>
        <p:xfrm>
          <a:off xmlns:a="http://schemas.openxmlformats.org/drawingml/2006/main" x="523875" y="1285875"/>
          <a:ext xmlns:a="http://schemas.openxmlformats.org/drawingml/2006/main" cx="11144250" cy="4286250"/>
        </p:xfrm>
        <a:graphic xmlns:a="http://schemas.openxmlformats.org/drawingml/2006/main">
          <a:graphicData uri="http://schemas.openxmlformats.org/drawingml/2006/table">
            <a:tbl>
              <a:tblPr/>
              <a:tblGrid>
                <a:gridCol w="2571750"/>
                <a:gridCol w="4000500"/>
                <a:gridCol w="4572000"/>
              </a:tblGrid>
              <a:tr h="714375">
                <a:tc>
                  <a:txBody>
                    <a:bodyPr/>
                    <a:lstStyle/>
                    <a:p>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Current prototype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Target design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75" b="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BLE notifications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BLE gateway</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MQTT/TLS with CoAP fallback</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Simulated observations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Integrated physical sensors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Vitals display</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ML risk classification</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Phone GPS with ETA</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supports the local link. Cloud transports">
            <a:extLst xmlns:a="http://schemas.openxmlformats.org/drawingml/2006/main">
              <a:ext uri="{FF2B5EF4-FFF2-40B4-BE49-F238E27FC236}">
                <a16:creationId xmlns:a16="http://schemas.microsoft.com/office/drawing/2014/main" id="{93050350-D90E-4BE7-8097-5D2C8DC53885}"/>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buNone/>
              <a:defRPr sz="1875" b="0">
                <a:solidFill>
                  <a:srgbClr val="0070C0"/>
                </a:solidFill>
                <a:latin typeface="Times New Roman"/>
                <a:ea typeface="Times New Roman"/>
                <a:cs typeface="Times New Roman"/>
              </a:defRPr>
            </a:lvl1pPr>
            <a:lvl2pPr algn="l">
              <a:buNone/>
              <a:defRPr sz="1875" b="0">
                <a:solidFill>
                  <a:srgbClr val="0070C0"/>
                </a:solidFill>
                <a:latin typeface="Times New Roman"/>
                <a:ea typeface="Times New Roman"/>
                <a:cs typeface="Times New Roman"/>
              </a:defRPr>
            </a:lvl2pPr>
            <a:lvl3pPr algn="l">
              <a:buNone/>
              <a:defRPr sz="1875" b="0">
                <a:solidFill>
                  <a:srgbClr val="0070C0"/>
                </a:solidFill>
                <a:latin typeface="Times New Roman"/>
                <a:ea typeface="Times New Roman"/>
                <a:cs typeface="Times New Roman"/>
              </a:defRPr>
            </a:lvl3pPr>
            <a:lvl4pPr algn="l">
              <a:buNone/>
              <a:defRPr sz="1875" b="0">
                <a:solidFill>
                  <a:srgbClr val="0070C0"/>
                </a:solidFill>
                <a:latin typeface="Times New Roman"/>
                <a:ea typeface="Times New Roman"/>
                <a:cs typeface="Times New Roman"/>
              </a:defRPr>
            </a:lvl4pPr>
            <a:lvl5pPr algn="l">
              <a:buNone/>
              <a:defRPr sz="1875" b="0">
                <a:solidFill>
                  <a:srgbClr val="0070C0"/>
                </a:solidFill>
                <a:latin typeface="Times New Roman"/>
                <a:ea typeface="Times New Roman"/>
                <a:cs typeface="Times New Roman"/>
              </a:defRPr>
            </a:lvl5pPr>
            <a:lvl6pPr algn="l">
              <a:buNone/>
              <a:defRPr sz="1875" b="0">
                <a:solidFill>
                  <a:srgbClr val="0070C0"/>
                </a:solidFill>
                <a:latin typeface="Times New Roman"/>
                <a:ea typeface="Times New Roman"/>
                <a:cs typeface="Times New Roman"/>
              </a:defRPr>
            </a:lvl6pPr>
            <a:lvl7pPr algn="l">
              <a:buNone/>
              <a:defRPr sz="1875" b="0">
                <a:solidFill>
                  <a:srgbClr val="0070C0"/>
                </a:solidFill>
                <a:latin typeface="Times New Roman"/>
                <a:ea typeface="Times New Roman"/>
                <a:cs typeface="Times New Roman"/>
              </a:defRPr>
            </a:lvl7pPr>
            <a:lvl8pPr algn="l">
              <a:buNone/>
              <a:defRPr sz="1875" b="0">
                <a:solidFill>
                  <a:srgbClr val="0070C0"/>
                </a:solidFill>
                <a:latin typeface="Times New Roman"/>
                <a:ea typeface="Times New Roman"/>
                <a:cs typeface="Times New Roman"/>
              </a:defRPr>
            </a:lvl8pPr>
            <a:lvl9pPr algn="l">
              <a:buNone/>
              <a:defRPr sz="1875" b="0">
                <a:solidFill>
                  <a:srgbClr val="0070C0"/>
                </a:solidFill>
                <a:latin typeface="Times New Roman"/>
                <a:ea typeface="Times New Roman"/>
                <a:cs typeface="Times New Roman"/>
              </a:defRPr>
            </a:lvl9pPr>
          </a:lstStyle>
          <a:p xmlns:a="http://schemas.openxmlformats.org/drawingml/2006/main">
            <a:pPr algn="l">
              <a:buNone/>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supports the local link. Cloud transports require phone internet connectivity.</a:t>
            </a:r>
          </a:p>
        </p:txBody>
      </p:sp>
      <p:sp>
        <p:nvSpPr>
          <p:cNvPr id="7" name="6">
            <a:extLst xmlns:a="http://schemas.openxmlformats.org/drawingml/2006/main">
              <a:ext uri="{FF2B5EF4-FFF2-40B4-BE49-F238E27FC236}">
                <a16:creationId xmlns:a16="http://schemas.microsoft.com/office/drawing/2014/main" id="{72F8E5FE-8578-4D96-B2E9-83E6A8A3903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6</a:t>
            </a:r>
          </a:p>
        </p:txBody>
      </p:sp>
    </p:spTree>
    <p:extLst>
      <p:ext uri="{BB962C8B-B14F-4D97-AF65-F5344CB8AC3E}">
        <p14:creationId xmlns:p14="http://schemas.microsoft.com/office/powerpoint/2010/main" val="17335963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EEB06825-C353-4E6B-B25A-DCE84F4B943B}"/>
              </a:ext>
            </a:extLst>
          </p:cNvPr>
          <p:cNvGraphicFramePr/>
          <p:nvPr/>
        </p:nvGraphicFramePr>
        <p:xfrm>
          <a:off xmlns:a="http://schemas.openxmlformats.org/drawingml/2006/main" x="523875" y="1190625"/>
          <a:ext xmlns:a="http://schemas.openxmlformats.org/drawingml/2006/main" cx="11144250" cy="4572000"/>
        </p:xfrm>
        <a:graphic xmlns:a="http://schemas.openxmlformats.org/drawingml/2006/main">
          <a:graphicData uri="http://schemas.openxmlformats.org/drawingml/2006/table">
            <a:tbl>
              <a:tblPr/>
              <a:tblGrid>
                <a:gridCol w="952500"/>
                <a:gridCol w="6953250"/>
                <a:gridCol w="3238500"/>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7">
            <a:extLst xmlns:a="http://schemas.openxmlformats.org/drawingml/2006/main">
              <a:ext uri="{FF2B5EF4-FFF2-40B4-BE49-F238E27FC236}">
                <a16:creationId xmlns:a16="http://schemas.microsoft.com/office/drawing/2014/main" id="{DC8E7CFA-4BC5-4084-B3E0-3471A4748F1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7</a:t>
            </a:r>
          </a:p>
        </p:txBody>
      </p:sp>
    </p:spTree>
    <p:extLst>
      <p:ext uri="{BB962C8B-B14F-4D97-AF65-F5344CB8AC3E}">
        <p14:creationId xmlns:p14="http://schemas.microsoft.com/office/powerpoint/2010/main" val="17335963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B39FF902-7790-4E9C-88D0-3D3B38B9F804}"/>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238375"/>
                <a:gridCol w="5429250"/>
                <a:gridCol w="3476625"/>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Latency, endurance and reliability thresholds">
            <a:extLst xmlns:a="http://schemas.openxmlformats.org/drawingml/2006/main">
              <a:ext uri="{FF2B5EF4-FFF2-40B4-BE49-F238E27FC236}">
                <a16:creationId xmlns:a16="http://schemas.microsoft.com/office/drawing/2014/main" id="{0AC70777-0095-4E86-9418-F31C399FE586}"/>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buNone/>
              <a:defRPr sz="1875" b="0">
                <a:solidFill>
                  <a:srgbClr val="0070C0"/>
                </a:solidFill>
                <a:latin typeface="Times New Roman"/>
                <a:ea typeface="Times New Roman"/>
                <a:cs typeface="Times New Roman"/>
              </a:defRPr>
            </a:lvl1pPr>
            <a:lvl2pPr algn="l">
              <a:buNone/>
              <a:defRPr sz="1875" b="0">
                <a:solidFill>
                  <a:srgbClr val="0070C0"/>
                </a:solidFill>
                <a:latin typeface="Times New Roman"/>
                <a:ea typeface="Times New Roman"/>
                <a:cs typeface="Times New Roman"/>
              </a:defRPr>
            </a:lvl2pPr>
            <a:lvl3pPr algn="l">
              <a:buNone/>
              <a:defRPr sz="1875" b="0">
                <a:solidFill>
                  <a:srgbClr val="0070C0"/>
                </a:solidFill>
                <a:latin typeface="Times New Roman"/>
                <a:ea typeface="Times New Roman"/>
                <a:cs typeface="Times New Roman"/>
              </a:defRPr>
            </a:lvl3pPr>
            <a:lvl4pPr algn="l">
              <a:buNone/>
              <a:defRPr sz="1875" b="0">
                <a:solidFill>
                  <a:srgbClr val="0070C0"/>
                </a:solidFill>
                <a:latin typeface="Times New Roman"/>
                <a:ea typeface="Times New Roman"/>
                <a:cs typeface="Times New Roman"/>
              </a:defRPr>
            </a:lvl4pPr>
            <a:lvl5pPr algn="l">
              <a:buNone/>
              <a:defRPr sz="1875" b="0">
                <a:solidFill>
                  <a:srgbClr val="0070C0"/>
                </a:solidFill>
                <a:latin typeface="Times New Roman"/>
                <a:ea typeface="Times New Roman"/>
                <a:cs typeface="Times New Roman"/>
              </a:defRPr>
            </a:lvl5pPr>
            <a:lvl6pPr algn="l">
              <a:buNone/>
              <a:defRPr sz="1875" b="0">
                <a:solidFill>
                  <a:srgbClr val="0070C0"/>
                </a:solidFill>
                <a:latin typeface="Times New Roman"/>
                <a:ea typeface="Times New Roman"/>
                <a:cs typeface="Times New Roman"/>
              </a:defRPr>
            </a:lvl6pPr>
            <a:lvl7pPr algn="l">
              <a:buNone/>
              <a:defRPr sz="1875" b="0">
                <a:solidFill>
                  <a:srgbClr val="0070C0"/>
                </a:solidFill>
                <a:latin typeface="Times New Roman"/>
                <a:ea typeface="Times New Roman"/>
                <a:cs typeface="Times New Roman"/>
              </a:defRPr>
            </a:lvl7pPr>
            <a:lvl8pPr algn="l">
              <a:buNone/>
              <a:defRPr sz="1875" b="0">
                <a:solidFill>
                  <a:srgbClr val="0070C0"/>
                </a:solidFill>
                <a:latin typeface="Times New Roman"/>
                <a:ea typeface="Times New Roman"/>
                <a:cs typeface="Times New Roman"/>
              </a:defRPr>
            </a:lvl8pPr>
            <a:lvl9pPr algn="l">
              <a:buNone/>
              <a:defRPr sz="1875" b="0">
                <a:solidFill>
                  <a:srgbClr val="0070C0"/>
                </a:solidFill>
                <a:latin typeface="Times New Roman"/>
                <a:ea typeface="Times New Roman"/>
                <a:cs typeface="Times New Roman"/>
              </a:defRPr>
            </a:lvl9pPr>
          </a:lstStyle>
          <a:p xmlns:a="http://schemas.openxmlformats.org/drawingml/2006/main">
            <a:pPr algn="l">
              <a:buNone/>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Latency, endurance and reliability thresholds remain proposed until measured and agreed.</a:t>
            </a:r>
          </a:p>
        </p:txBody>
      </p:sp>
      <p:sp>
        <p:nvSpPr>
          <p:cNvPr id="7" name="8">
            <a:extLst xmlns:a="http://schemas.openxmlformats.org/drawingml/2006/main">
              <a:ext uri="{FF2B5EF4-FFF2-40B4-BE49-F238E27FC236}">
                <a16:creationId xmlns:a16="http://schemas.microsoft.com/office/drawing/2014/main" id="{EACF86FD-0354-4F71-8403-7D21C467650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8</a:t>
            </a:r>
          </a:p>
        </p:txBody>
      </p:sp>
    </p:spTree>
    <p:extLst>
      <p:ext uri="{BB962C8B-B14F-4D97-AF65-F5344CB8AC3E}">
        <p14:creationId xmlns:p14="http://schemas.microsoft.com/office/powerpoint/2010/main" val="17335963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309AB492-94BC-4804-9C17-58000CFD2786}"/>
              </a:ext>
            </a:extLst>
          </p:cNvPr>
          <p:cNvGraphicFramePr/>
          <p:nvPr/>
        </p:nvGraphicFramePr>
        <p:xfrm>
          <a:off xmlns:a="http://schemas.openxmlformats.org/drawingml/2006/main" x="523875" y="1190625"/>
          <a:ext xmlns:a="http://schemas.openxmlformats.org/drawingml/2006/main" cx="11144250" cy="4286250"/>
        </p:xfrm>
        <a:graphic xmlns:a="http://schemas.openxmlformats.org/drawingml/2006/main">
          <a:graphicData uri="http://schemas.openxmlformats.org/drawingml/2006/table">
            <a:tbl>
              <a:tblPr/>
              <a:tblGrid>
                <a:gridCol w="2428875"/>
                <a:gridCol w="4286250"/>
                <a:gridCol w="4429125"/>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Phone handles cloud uplink (planned)</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00" b="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Low-power design; savings unmeasured</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fits the phone gateway design. Phone prox">
            <a:extLst xmlns:a="http://schemas.openxmlformats.org/drawingml/2006/main">
              <a:ext uri="{FF2B5EF4-FFF2-40B4-BE49-F238E27FC236}">
                <a16:creationId xmlns:a16="http://schemas.microsoft.com/office/drawing/2014/main" id="{F572C4D4-3512-4B90-A78F-4587339B68D7}"/>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buNone/>
              <a:defRPr sz="1875" b="0">
                <a:solidFill>
                  <a:srgbClr val="0070C0"/>
                </a:solidFill>
                <a:latin typeface="Times New Roman"/>
                <a:ea typeface="Times New Roman"/>
                <a:cs typeface="Times New Roman"/>
              </a:defRPr>
            </a:lvl1pPr>
            <a:lvl2pPr algn="l">
              <a:buNone/>
              <a:defRPr sz="1875" b="0">
                <a:solidFill>
                  <a:srgbClr val="0070C0"/>
                </a:solidFill>
                <a:latin typeface="Times New Roman"/>
                <a:ea typeface="Times New Roman"/>
                <a:cs typeface="Times New Roman"/>
              </a:defRPr>
            </a:lvl2pPr>
            <a:lvl3pPr algn="l">
              <a:buNone/>
              <a:defRPr sz="1875" b="0">
                <a:solidFill>
                  <a:srgbClr val="0070C0"/>
                </a:solidFill>
                <a:latin typeface="Times New Roman"/>
                <a:ea typeface="Times New Roman"/>
                <a:cs typeface="Times New Roman"/>
              </a:defRPr>
            </a:lvl3pPr>
            <a:lvl4pPr algn="l">
              <a:buNone/>
              <a:defRPr sz="1875" b="0">
                <a:solidFill>
                  <a:srgbClr val="0070C0"/>
                </a:solidFill>
                <a:latin typeface="Times New Roman"/>
                <a:ea typeface="Times New Roman"/>
                <a:cs typeface="Times New Roman"/>
              </a:defRPr>
            </a:lvl4pPr>
            <a:lvl5pPr algn="l">
              <a:buNone/>
              <a:defRPr sz="1875" b="0">
                <a:solidFill>
                  <a:srgbClr val="0070C0"/>
                </a:solidFill>
                <a:latin typeface="Times New Roman"/>
                <a:ea typeface="Times New Roman"/>
                <a:cs typeface="Times New Roman"/>
              </a:defRPr>
            </a:lvl5pPr>
            <a:lvl6pPr algn="l">
              <a:buNone/>
              <a:defRPr sz="1875" b="0">
                <a:solidFill>
                  <a:srgbClr val="0070C0"/>
                </a:solidFill>
                <a:latin typeface="Times New Roman"/>
                <a:ea typeface="Times New Roman"/>
                <a:cs typeface="Times New Roman"/>
              </a:defRPr>
            </a:lvl6pPr>
            <a:lvl7pPr algn="l">
              <a:buNone/>
              <a:defRPr sz="1875" b="0">
                <a:solidFill>
                  <a:srgbClr val="0070C0"/>
                </a:solidFill>
                <a:latin typeface="Times New Roman"/>
                <a:ea typeface="Times New Roman"/>
                <a:cs typeface="Times New Roman"/>
              </a:defRPr>
            </a:lvl7pPr>
            <a:lvl8pPr algn="l">
              <a:buNone/>
              <a:defRPr sz="1875" b="0">
                <a:solidFill>
                  <a:srgbClr val="0070C0"/>
                </a:solidFill>
                <a:latin typeface="Times New Roman"/>
                <a:ea typeface="Times New Roman"/>
                <a:cs typeface="Times New Roman"/>
              </a:defRPr>
            </a:lvl8pPr>
            <a:lvl9pPr algn="l">
              <a:buNone/>
              <a:defRPr sz="1875" b="0">
                <a:solidFill>
                  <a:srgbClr val="0070C0"/>
                </a:solidFill>
                <a:latin typeface="Times New Roman"/>
                <a:ea typeface="Times New Roman"/>
                <a:cs typeface="Times New Roman"/>
              </a:defRPr>
            </a:lvl9pPr>
          </a:lstStyle>
          <a:p xmlns:a="http://schemas.openxmlformats.org/drawingml/2006/main">
            <a:pPr algn="l">
              <a:buNone/>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fits the phone gateway design. Phone proximity remains a requirement.</a:t>
            </a:r>
          </a:p>
        </p:txBody>
      </p:sp>
      <p:sp>
        <p:nvSpPr>
          <p:cNvPr id="7" name="9">
            <a:extLst xmlns:a="http://schemas.openxmlformats.org/drawingml/2006/main">
              <a:ext uri="{FF2B5EF4-FFF2-40B4-BE49-F238E27FC236}">
                <a16:creationId xmlns:a16="http://schemas.microsoft.com/office/drawing/2014/main" id="{042C8049-62C7-450C-9BDB-B813F9E8227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9</a:t>
            </a:r>
          </a:p>
        </p:txBody>
      </p:sp>
    </p:spTree>
    <p:extLst>
      <p:ext uri="{BB962C8B-B14F-4D97-AF65-F5344CB8AC3E}">
        <p14:creationId xmlns:p14="http://schemas.microsoft.com/office/powerpoint/2010/main" val="17335963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34941098-19FF-4A2D-BF20-EC19A36DFD82}"/>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1905000"/>
                <a:gridCol w="4286250"/>
                <a:gridCol w="4953000"/>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Execution status: evidence pending. Capture t">
            <a:extLst xmlns:a="http://schemas.openxmlformats.org/drawingml/2006/main">
              <a:ext uri="{FF2B5EF4-FFF2-40B4-BE49-F238E27FC236}">
                <a16:creationId xmlns:a16="http://schemas.microsoft.com/office/drawing/2014/main" id="{11A48837-BA84-46A2-A172-82344334FA23}"/>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buNone/>
              <a:defRPr sz="1875" b="0">
                <a:solidFill>
                  <a:srgbClr val="0070C0"/>
                </a:solidFill>
                <a:latin typeface="Times New Roman"/>
                <a:ea typeface="Times New Roman"/>
                <a:cs typeface="Times New Roman"/>
              </a:defRPr>
            </a:lvl1pPr>
            <a:lvl2pPr algn="l">
              <a:buNone/>
              <a:defRPr sz="1875" b="0">
                <a:solidFill>
                  <a:srgbClr val="0070C0"/>
                </a:solidFill>
                <a:latin typeface="Times New Roman"/>
                <a:ea typeface="Times New Roman"/>
                <a:cs typeface="Times New Roman"/>
              </a:defRPr>
            </a:lvl2pPr>
            <a:lvl3pPr algn="l">
              <a:buNone/>
              <a:defRPr sz="1875" b="0">
                <a:solidFill>
                  <a:srgbClr val="0070C0"/>
                </a:solidFill>
                <a:latin typeface="Times New Roman"/>
                <a:ea typeface="Times New Roman"/>
                <a:cs typeface="Times New Roman"/>
              </a:defRPr>
            </a:lvl3pPr>
            <a:lvl4pPr algn="l">
              <a:buNone/>
              <a:defRPr sz="1875" b="0">
                <a:solidFill>
                  <a:srgbClr val="0070C0"/>
                </a:solidFill>
                <a:latin typeface="Times New Roman"/>
                <a:ea typeface="Times New Roman"/>
                <a:cs typeface="Times New Roman"/>
              </a:defRPr>
            </a:lvl4pPr>
            <a:lvl5pPr algn="l">
              <a:buNone/>
              <a:defRPr sz="1875" b="0">
                <a:solidFill>
                  <a:srgbClr val="0070C0"/>
                </a:solidFill>
                <a:latin typeface="Times New Roman"/>
                <a:ea typeface="Times New Roman"/>
                <a:cs typeface="Times New Roman"/>
              </a:defRPr>
            </a:lvl5pPr>
            <a:lvl6pPr algn="l">
              <a:buNone/>
              <a:defRPr sz="1875" b="0">
                <a:solidFill>
                  <a:srgbClr val="0070C0"/>
                </a:solidFill>
                <a:latin typeface="Times New Roman"/>
                <a:ea typeface="Times New Roman"/>
                <a:cs typeface="Times New Roman"/>
              </a:defRPr>
            </a:lvl6pPr>
            <a:lvl7pPr algn="l">
              <a:buNone/>
              <a:defRPr sz="1875" b="0">
                <a:solidFill>
                  <a:srgbClr val="0070C0"/>
                </a:solidFill>
                <a:latin typeface="Times New Roman"/>
                <a:ea typeface="Times New Roman"/>
                <a:cs typeface="Times New Roman"/>
              </a:defRPr>
            </a:lvl7pPr>
            <a:lvl8pPr algn="l">
              <a:buNone/>
              <a:defRPr sz="1875" b="0">
                <a:solidFill>
                  <a:srgbClr val="0070C0"/>
                </a:solidFill>
                <a:latin typeface="Times New Roman"/>
                <a:ea typeface="Times New Roman"/>
                <a:cs typeface="Times New Roman"/>
              </a:defRPr>
            </a:lvl8pPr>
            <a:lvl9pPr algn="l">
              <a:buNone/>
              <a:defRPr sz="1875" b="0">
                <a:solidFill>
                  <a:srgbClr val="0070C0"/>
                </a:solidFill>
                <a:latin typeface="Times New Roman"/>
                <a:ea typeface="Times New Roman"/>
                <a:cs typeface="Times New Roman"/>
              </a:defRPr>
            </a:lvl9pPr>
          </a:lstStyle>
          <a:p xmlns:a="http://schemas.openxmlformats.org/drawingml/2006/main">
            <a:pPr algn="l">
              <a:buNone/>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Execution status: evidence pending. Capture the observed outcome before marking Pass.</a:t>
            </a:r>
          </a:p>
        </p:txBody>
      </p:sp>
      <p:sp>
        <p:nvSpPr>
          <p:cNvPr id="7" name="10">
            <a:extLst xmlns:a="http://schemas.openxmlformats.org/drawingml/2006/main">
              <a:ext uri="{FF2B5EF4-FFF2-40B4-BE49-F238E27FC236}">
                <a16:creationId xmlns:a16="http://schemas.microsoft.com/office/drawing/2014/main" id="{0715AA64-A2D2-49A2-818E-9E277ADB245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10</a:t>
            </a:r>
          </a:p>
        </p:txBody>
      </p:sp>
    </p:spTree>
    <p:extLst>
      <p:ext uri="{BB962C8B-B14F-4D97-AF65-F5344CB8AC3E}">
        <p14:creationId xmlns:p14="http://schemas.microsoft.com/office/powerpoint/2010/main" val="173359637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1A9AD4AC-650C-4EDA-AD8B-1413503B5065}"/>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428875"/>
                <a:gridCol w="4524375"/>
                <a:gridCol w="4191000"/>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All cases on this slide are planned. No cloud">
            <a:extLst xmlns:a="http://schemas.openxmlformats.org/drawingml/2006/main">
              <a:ext uri="{FF2B5EF4-FFF2-40B4-BE49-F238E27FC236}">
                <a16:creationId xmlns:a16="http://schemas.microsoft.com/office/drawing/2014/main" id="{445289BF-EA09-42DB-9EDC-E23C48D7912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buNone/>
              <a:defRPr sz="1875" b="0">
                <a:solidFill>
                  <a:srgbClr val="0070C0"/>
                </a:solidFill>
                <a:latin typeface="Times New Roman"/>
                <a:ea typeface="Times New Roman"/>
                <a:cs typeface="Times New Roman"/>
              </a:defRPr>
            </a:lvl1pPr>
            <a:lvl2pPr algn="l">
              <a:buNone/>
              <a:defRPr sz="1875" b="0">
                <a:solidFill>
                  <a:srgbClr val="0070C0"/>
                </a:solidFill>
                <a:latin typeface="Times New Roman"/>
                <a:ea typeface="Times New Roman"/>
                <a:cs typeface="Times New Roman"/>
              </a:defRPr>
            </a:lvl2pPr>
            <a:lvl3pPr algn="l">
              <a:buNone/>
              <a:defRPr sz="1875" b="0">
                <a:solidFill>
                  <a:srgbClr val="0070C0"/>
                </a:solidFill>
                <a:latin typeface="Times New Roman"/>
                <a:ea typeface="Times New Roman"/>
                <a:cs typeface="Times New Roman"/>
              </a:defRPr>
            </a:lvl3pPr>
            <a:lvl4pPr algn="l">
              <a:buNone/>
              <a:defRPr sz="1875" b="0">
                <a:solidFill>
                  <a:srgbClr val="0070C0"/>
                </a:solidFill>
                <a:latin typeface="Times New Roman"/>
                <a:ea typeface="Times New Roman"/>
                <a:cs typeface="Times New Roman"/>
              </a:defRPr>
            </a:lvl4pPr>
            <a:lvl5pPr algn="l">
              <a:buNone/>
              <a:defRPr sz="1875" b="0">
                <a:solidFill>
                  <a:srgbClr val="0070C0"/>
                </a:solidFill>
                <a:latin typeface="Times New Roman"/>
                <a:ea typeface="Times New Roman"/>
                <a:cs typeface="Times New Roman"/>
              </a:defRPr>
            </a:lvl5pPr>
            <a:lvl6pPr algn="l">
              <a:buNone/>
              <a:defRPr sz="1875" b="0">
                <a:solidFill>
                  <a:srgbClr val="0070C0"/>
                </a:solidFill>
                <a:latin typeface="Times New Roman"/>
                <a:ea typeface="Times New Roman"/>
                <a:cs typeface="Times New Roman"/>
              </a:defRPr>
            </a:lvl6pPr>
            <a:lvl7pPr algn="l">
              <a:buNone/>
              <a:defRPr sz="1875" b="0">
                <a:solidFill>
                  <a:srgbClr val="0070C0"/>
                </a:solidFill>
                <a:latin typeface="Times New Roman"/>
                <a:ea typeface="Times New Roman"/>
                <a:cs typeface="Times New Roman"/>
              </a:defRPr>
            </a:lvl7pPr>
            <a:lvl8pPr algn="l">
              <a:buNone/>
              <a:defRPr sz="1875" b="0">
                <a:solidFill>
                  <a:srgbClr val="0070C0"/>
                </a:solidFill>
                <a:latin typeface="Times New Roman"/>
                <a:ea typeface="Times New Roman"/>
                <a:cs typeface="Times New Roman"/>
              </a:defRPr>
            </a:lvl8pPr>
            <a:lvl9pPr algn="l">
              <a:buNone/>
              <a:defRPr sz="1875" b="0">
                <a:solidFill>
                  <a:srgbClr val="0070C0"/>
                </a:solidFill>
                <a:latin typeface="Times New Roman"/>
                <a:ea typeface="Times New Roman"/>
                <a:cs typeface="Times New Roman"/>
              </a:defRPr>
            </a:lvl9pPr>
          </a:lstStyle>
          <a:p xmlns:a="http://schemas.openxmlformats.org/drawingml/2006/main">
            <a:pPr algn="l">
              <a:buNone/>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xmlns:a="http://schemas.openxmlformats.org/drawingml/2006/main">
              <a:ext uri="{FF2B5EF4-FFF2-40B4-BE49-F238E27FC236}">
                <a16:creationId xmlns:a16="http://schemas.microsoft.com/office/drawing/2014/main" id="{790258E3-4172-4B82-945C-A2B8BC04DE2A}"/>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11</a:t>
            </a:r>
          </a:p>
        </p:txBody>
      </p:sp>
    </p:spTree>
    <p:extLst>
      <p:ext uri="{BB962C8B-B14F-4D97-AF65-F5344CB8AC3E}">
        <p14:creationId xmlns:p14="http://schemas.microsoft.com/office/powerpoint/2010/main" val="173359637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4DF11EE7-AC11-474F-8AE8-B68EE05BB762}"/>
              </a:ext>
            </a:extLst>
          </p:cNvPr>
          <p:cNvGraphicFramePr/>
          <p:nvPr/>
        </p:nvGraphicFramePr>
        <p:xfrm>
          <a:off xmlns:a="http://schemas.openxmlformats.org/drawingml/2006/main" x="523875" y="1143000"/>
          <a:ext xmlns:a="http://schemas.openxmlformats.org/drawingml/2006/main" cx="11144250" cy="4667250"/>
        </p:xfrm>
        <a:graphic xmlns:a="http://schemas.openxmlformats.org/drawingml/2006/main">
          <a:graphicData uri="http://schemas.openxmlformats.org/drawingml/2006/table">
            <a:tbl>
              <a:tblPr/>
              <a:tblGrid>
                <a:gridCol w="2476500"/>
                <a:gridCol w="4429125"/>
                <a:gridCol w="4238625"/>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12">
            <a:extLst xmlns:a="http://schemas.openxmlformats.org/drawingml/2006/main">
              <a:ext uri="{FF2B5EF4-FFF2-40B4-BE49-F238E27FC236}">
                <a16:creationId xmlns:a16="http://schemas.microsoft.com/office/drawing/2014/main" id="{B6423052-90BB-4036-A723-2A62F220BAA9}"/>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12</a:t>
            </a:r>
          </a:p>
        </p:txBody>
      </p:sp>
    </p:spTree>
    <p:extLst>
      <p:ext uri="{BB962C8B-B14F-4D97-AF65-F5344CB8AC3E}">
        <p14:creationId xmlns:p14="http://schemas.microsoft.com/office/powerpoint/2010/main" val="17335963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xmlns:a="http://schemas.openxmlformats.org/drawingml/2006/main">
              <a:ext uri="{FF2B5EF4-FFF2-40B4-BE49-F238E27FC236}">
                <a16:creationId xmlns:a16="http://schemas.microsoft.com/office/drawing/2014/main" id="{20B156C6-6F63-4077-B2B4-93238B036224}"/>
              </a:ext>
            </a:extLst>
          </p:cNvPr>
          <p:cNvSpPr>
            <a:spLocks xmlns:a="http://schemas.openxmlformats.org/drawingml/2006/main" noGrp="1"/>
          </p:cNvSpPr>
          <p:nvPr/>
        </p:nvSpPr>
        <p:spPr>
          <a:xfrm xmlns:a="http://schemas.openxmlformats.org/drawingml/2006/main">
            <a:off x="6667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buNone/>
              <a:defRPr sz="2250" b="1">
                <a:solidFill>
                  <a:srgbClr val="002060"/>
                </a:solidFill>
                <a:latin typeface="Times New Roman"/>
                <a:ea typeface="Times New Roman"/>
                <a:cs typeface="Times New Roman"/>
              </a:defRPr>
            </a:lvl1pPr>
            <a:lvl2pPr algn="ctr">
              <a:buNone/>
              <a:defRPr sz="2250" b="1">
                <a:solidFill>
                  <a:srgbClr val="002060"/>
                </a:solidFill>
                <a:latin typeface="Times New Roman"/>
                <a:ea typeface="Times New Roman"/>
                <a:cs typeface="Times New Roman"/>
              </a:defRPr>
            </a:lvl2pPr>
            <a:lvl3pPr algn="ctr">
              <a:buNone/>
              <a:defRPr sz="2250" b="1">
                <a:solidFill>
                  <a:srgbClr val="002060"/>
                </a:solidFill>
                <a:latin typeface="Times New Roman"/>
                <a:ea typeface="Times New Roman"/>
                <a:cs typeface="Times New Roman"/>
              </a:defRPr>
            </a:lvl3pPr>
            <a:lvl4pPr algn="ctr">
              <a:buNone/>
              <a:defRPr sz="2250" b="1">
                <a:solidFill>
                  <a:srgbClr val="002060"/>
                </a:solidFill>
                <a:latin typeface="Times New Roman"/>
                <a:ea typeface="Times New Roman"/>
                <a:cs typeface="Times New Roman"/>
              </a:defRPr>
            </a:lvl4pPr>
            <a:lvl5pPr algn="ctr">
              <a:buNone/>
              <a:defRPr sz="2250" b="1">
                <a:solidFill>
                  <a:srgbClr val="002060"/>
                </a:solidFill>
                <a:latin typeface="Times New Roman"/>
                <a:ea typeface="Times New Roman"/>
                <a:cs typeface="Times New Roman"/>
              </a:defRPr>
            </a:lvl5pPr>
            <a:lvl6pPr algn="ctr">
              <a:buNone/>
              <a:defRPr sz="2250" b="1">
                <a:solidFill>
                  <a:srgbClr val="002060"/>
                </a:solidFill>
                <a:latin typeface="Times New Roman"/>
                <a:ea typeface="Times New Roman"/>
                <a:cs typeface="Times New Roman"/>
              </a:defRPr>
            </a:lvl6pPr>
            <a:lvl7pPr algn="ctr">
              <a:buNone/>
              <a:defRPr sz="2250" b="1">
                <a:solidFill>
                  <a:srgbClr val="002060"/>
                </a:solidFill>
                <a:latin typeface="Times New Roman"/>
                <a:ea typeface="Times New Roman"/>
                <a:cs typeface="Times New Roman"/>
              </a:defRPr>
            </a:lvl7pPr>
            <a:lvl8pPr algn="ctr">
              <a:buNone/>
              <a:defRPr sz="2250" b="1">
                <a:solidFill>
                  <a:srgbClr val="002060"/>
                </a:solidFill>
                <a:latin typeface="Times New Roman"/>
                <a:ea typeface="Times New Roman"/>
                <a:cs typeface="Times New Roman"/>
              </a:defRPr>
            </a:lvl8pPr>
            <a:lvl9pPr algn="ctr">
              <a:buNone/>
              <a:defRPr sz="2250" b="1">
                <a:solidFill>
                  <a:srgbClr val="002060"/>
                </a:solidFill>
                <a:latin typeface="Times New Roman"/>
                <a:ea typeface="Times New Roman"/>
                <a:cs typeface="Times New Roman"/>
              </a:defRPr>
            </a:lvl9pPr>
          </a:lstStyle>
          <a:p xmlns:a="http://schemas.openxmlformats.org/drawingml/2006/main">
            <a:pPr algn="ctr">
              <a:buNone/>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xmlns:a="http://schemas.openxmlformats.org/drawingml/2006/main">
              <a:ext uri="{FF2B5EF4-FFF2-40B4-BE49-F238E27FC236}">
                <a16:creationId xmlns:a16="http://schemas.microsoft.com/office/drawing/2014/main" id="{D1530123-E1C4-430C-85D3-8F552FAE3993}"/>
              </a:ext>
            </a:extLst>
          </p:cNvPr>
          <p:cNvSpPr>
            <a:spLocks xmlns:a="http://schemas.openxmlformats.org/drawingml/2006/main" noGrp="1"/>
          </p:cNvSpPr>
          <p:nvPr/>
        </p:nvSpPr>
        <p:spPr>
          <a:xfrm xmlns:a="http://schemas.openxmlformats.org/drawingml/2006/main">
            <a:off x="8572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buNone/>
              <a:defRPr sz="2175" b="0">
                <a:solidFill>
                  <a:srgbClr val="666666"/>
                </a:solidFill>
                <a:latin typeface="Times New Roman"/>
                <a:ea typeface="Times New Roman"/>
                <a:cs typeface="Times New Roman"/>
              </a:defRPr>
            </a:lvl1pPr>
            <a:lvl2pPr algn="ctr">
              <a:buNone/>
              <a:defRPr sz="2175" b="0">
                <a:solidFill>
                  <a:srgbClr val="666666"/>
                </a:solidFill>
                <a:latin typeface="Times New Roman"/>
                <a:ea typeface="Times New Roman"/>
                <a:cs typeface="Times New Roman"/>
              </a:defRPr>
            </a:lvl2pPr>
            <a:lvl3pPr algn="ctr">
              <a:buNone/>
              <a:defRPr sz="2175" b="0">
                <a:solidFill>
                  <a:srgbClr val="666666"/>
                </a:solidFill>
                <a:latin typeface="Times New Roman"/>
                <a:ea typeface="Times New Roman"/>
                <a:cs typeface="Times New Roman"/>
              </a:defRPr>
            </a:lvl3pPr>
            <a:lvl4pPr algn="ctr">
              <a:buNone/>
              <a:defRPr sz="2175" b="0">
                <a:solidFill>
                  <a:srgbClr val="666666"/>
                </a:solidFill>
                <a:latin typeface="Times New Roman"/>
                <a:ea typeface="Times New Roman"/>
                <a:cs typeface="Times New Roman"/>
              </a:defRPr>
            </a:lvl4pPr>
            <a:lvl5pPr algn="ctr">
              <a:buNone/>
              <a:defRPr sz="2175" b="0">
                <a:solidFill>
                  <a:srgbClr val="666666"/>
                </a:solidFill>
                <a:latin typeface="Times New Roman"/>
                <a:ea typeface="Times New Roman"/>
                <a:cs typeface="Times New Roman"/>
              </a:defRPr>
            </a:lvl5pPr>
            <a:lvl6pPr algn="ctr">
              <a:buNone/>
              <a:defRPr sz="2175" b="0">
                <a:solidFill>
                  <a:srgbClr val="666666"/>
                </a:solidFill>
                <a:latin typeface="Times New Roman"/>
                <a:ea typeface="Times New Roman"/>
                <a:cs typeface="Times New Roman"/>
              </a:defRPr>
            </a:lvl6pPr>
            <a:lvl7pPr algn="ctr">
              <a:buNone/>
              <a:defRPr sz="2175" b="0">
                <a:solidFill>
                  <a:srgbClr val="666666"/>
                </a:solidFill>
                <a:latin typeface="Times New Roman"/>
                <a:ea typeface="Times New Roman"/>
                <a:cs typeface="Times New Roman"/>
              </a:defRPr>
            </a:lvl7pPr>
            <a:lvl8pPr algn="ctr">
              <a:buNone/>
              <a:defRPr sz="2175" b="0">
                <a:solidFill>
                  <a:srgbClr val="666666"/>
                </a:solidFill>
                <a:latin typeface="Times New Roman"/>
                <a:ea typeface="Times New Roman"/>
                <a:cs typeface="Times New Roman"/>
              </a:defRPr>
            </a:lvl8pPr>
            <a:lvl9pPr algn="ctr">
              <a:buNone/>
              <a:defRPr sz="2175" b="0">
                <a:solidFill>
                  <a:srgbClr val="666666"/>
                </a:solidFill>
                <a:latin typeface="Times New Roman"/>
                <a:ea typeface="Times New Roman"/>
                <a:cs typeface="Times New Roman"/>
              </a:defRPr>
            </a:lvl9pPr>
          </a:lstStyle>
          <a:p xmlns:a="http://schemas.openxmlformats.org/drawingml/2006/main">
            <a:pPr algn="ctr">
              <a:buNone/>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xmlns:a="http://schemas.openxmlformats.org/drawingml/2006/main">
              <a:ext uri="{FF2B5EF4-FFF2-40B4-BE49-F238E27FC236}">
                <a16:creationId xmlns:a16="http://schemas.microsoft.com/office/drawing/2014/main" id="{36964AD3-5E81-4EF4-95EF-2FB93450507A}"/>
              </a:ext>
            </a:extLst>
          </p:cNvPr>
          <p:cNvSpPr>
            <a:spLocks xmlns:a="http://schemas.openxmlformats.org/drawingml/2006/main" noGrp="1"/>
          </p:cNvSpPr>
          <p:nvPr/>
        </p:nvSpPr>
        <p:spPr>
          <a:xfrm xmlns:a="http://schemas.openxmlformats.org/drawingml/2006/main">
            <a:off x="457200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buNone/>
              <a:defRPr sz="2250" b="1">
                <a:solidFill>
                  <a:srgbClr val="002060"/>
                </a:solidFill>
                <a:latin typeface="Times New Roman"/>
                <a:ea typeface="Times New Roman"/>
                <a:cs typeface="Times New Roman"/>
              </a:defRPr>
            </a:lvl1pPr>
            <a:lvl2pPr algn="ctr">
              <a:buNone/>
              <a:defRPr sz="2250" b="1">
                <a:solidFill>
                  <a:srgbClr val="002060"/>
                </a:solidFill>
                <a:latin typeface="Times New Roman"/>
                <a:ea typeface="Times New Roman"/>
                <a:cs typeface="Times New Roman"/>
              </a:defRPr>
            </a:lvl2pPr>
            <a:lvl3pPr algn="ctr">
              <a:buNone/>
              <a:defRPr sz="2250" b="1">
                <a:solidFill>
                  <a:srgbClr val="002060"/>
                </a:solidFill>
                <a:latin typeface="Times New Roman"/>
                <a:ea typeface="Times New Roman"/>
                <a:cs typeface="Times New Roman"/>
              </a:defRPr>
            </a:lvl3pPr>
            <a:lvl4pPr algn="ctr">
              <a:buNone/>
              <a:defRPr sz="2250" b="1">
                <a:solidFill>
                  <a:srgbClr val="002060"/>
                </a:solidFill>
                <a:latin typeface="Times New Roman"/>
                <a:ea typeface="Times New Roman"/>
                <a:cs typeface="Times New Roman"/>
              </a:defRPr>
            </a:lvl4pPr>
            <a:lvl5pPr algn="ctr">
              <a:buNone/>
              <a:defRPr sz="2250" b="1">
                <a:solidFill>
                  <a:srgbClr val="002060"/>
                </a:solidFill>
                <a:latin typeface="Times New Roman"/>
                <a:ea typeface="Times New Roman"/>
                <a:cs typeface="Times New Roman"/>
              </a:defRPr>
            </a:lvl5pPr>
            <a:lvl6pPr algn="ctr">
              <a:buNone/>
              <a:defRPr sz="2250" b="1">
                <a:solidFill>
                  <a:srgbClr val="002060"/>
                </a:solidFill>
                <a:latin typeface="Times New Roman"/>
                <a:ea typeface="Times New Roman"/>
                <a:cs typeface="Times New Roman"/>
              </a:defRPr>
            </a:lvl6pPr>
            <a:lvl7pPr algn="ctr">
              <a:buNone/>
              <a:defRPr sz="2250" b="1">
                <a:solidFill>
                  <a:srgbClr val="002060"/>
                </a:solidFill>
                <a:latin typeface="Times New Roman"/>
                <a:ea typeface="Times New Roman"/>
                <a:cs typeface="Times New Roman"/>
              </a:defRPr>
            </a:lvl7pPr>
            <a:lvl8pPr algn="ctr">
              <a:buNone/>
              <a:defRPr sz="2250" b="1">
                <a:solidFill>
                  <a:srgbClr val="002060"/>
                </a:solidFill>
                <a:latin typeface="Times New Roman"/>
                <a:ea typeface="Times New Roman"/>
                <a:cs typeface="Times New Roman"/>
              </a:defRPr>
            </a:lvl8pPr>
            <a:lvl9pPr algn="ctr">
              <a:buNone/>
              <a:defRPr sz="2250" b="1">
                <a:solidFill>
                  <a:srgbClr val="002060"/>
                </a:solidFill>
                <a:latin typeface="Times New Roman"/>
                <a:ea typeface="Times New Roman"/>
                <a:cs typeface="Times New Roman"/>
              </a:defRPr>
            </a:lvl9pPr>
          </a:lstStyle>
          <a:p xmlns:a="http://schemas.openxmlformats.org/drawingml/2006/main">
            <a:pPr algn="ctr">
              <a:buNone/>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xmlns:a="http://schemas.openxmlformats.org/drawingml/2006/main">
              <a:ext uri="{FF2B5EF4-FFF2-40B4-BE49-F238E27FC236}">
                <a16:creationId xmlns:a16="http://schemas.microsoft.com/office/drawing/2014/main" id="{ED237D89-32A7-47F1-ACC7-5F87B51E84B9}"/>
              </a:ext>
            </a:extLst>
          </p:cNvPr>
          <p:cNvSpPr>
            <a:spLocks xmlns:a="http://schemas.openxmlformats.org/drawingml/2006/main" noGrp="1"/>
          </p:cNvSpPr>
          <p:nvPr/>
        </p:nvSpPr>
        <p:spPr>
          <a:xfrm xmlns:a="http://schemas.openxmlformats.org/drawingml/2006/main">
            <a:off x="476250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buNone/>
              <a:defRPr sz="2175" b="0">
                <a:solidFill>
                  <a:srgbClr val="666666"/>
                </a:solidFill>
                <a:latin typeface="Times New Roman"/>
                <a:ea typeface="Times New Roman"/>
                <a:cs typeface="Times New Roman"/>
              </a:defRPr>
            </a:lvl1pPr>
            <a:lvl2pPr algn="ctr">
              <a:buNone/>
              <a:defRPr sz="2175" b="0">
                <a:solidFill>
                  <a:srgbClr val="666666"/>
                </a:solidFill>
                <a:latin typeface="Times New Roman"/>
                <a:ea typeface="Times New Roman"/>
                <a:cs typeface="Times New Roman"/>
              </a:defRPr>
            </a:lvl2pPr>
            <a:lvl3pPr algn="ctr">
              <a:buNone/>
              <a:defRPr sz="2175" b="0">
                <a:solidFill>
                  <a:srgbClr val="666666"/>
                </a:solidFill>
                <a:latin typeface="Times New Roman"/>
                <a:ea typeface="Times New Roman"/>
                <a:cs typeface="Times New Roman"/>
              </a:defRPr>
            </a:lvl3pPr>
            <a:lvl4pPr algn="ctr">
              <a:buNone/>
              <a:defRPr sz="2175" b="0">
                <a:solidFill>
                  <a:srgbClr val="666666"/>
                </a:solidFill>
                <a:latin typeface="Times New Roman"/>
                <a:ea typeface="Times New Roman"/>
                <a:cs typeface="Times New Roman"/>
              </a:defRPr>
            </a:lvl4pPr>
            <a:lvl5pPr algn="ctr">
              <a:buNone/>
              <a:defRPr sz="2175" b="0">
                <a:solidFill>
                  <a:srgbClr val="666666"/>
                </a:solidFill>
                <a:latin typeface="Times New Roman"/>
                <a:ea typeface="Times New Roman"/>
                <a:cs typeface="Times New Roman"/>
              </a:defRPr>
            </a:lvl5pPr>
            <a:lvl6pPr algn="ctr">
              <a:buNone/>
              <a:defRPr sz="2175" b="0">
                <a:solidFill>
                  <a:srgbClr val="666666"/>
                </a:solidFill>
                <a:latin typeface="Times New Roman"/>
                <a:ea typeface="Times New Roman"/>
                <a:cs typeface="Times New Roman"/>
              </a:defRPr>
            </a:lvl6pPr>
            <a:lvl7pPr algn="ctr">
              <a:buNone/>
              <a:defRPr sz="2175" b="0">
                <a:solidFill>
                  <a:srgbClr val="666666"/>
                </a:solidFill>
                <a:latin typeface="Times New Roman"/>
                <a:ea typeface="Times New Roman"/>
                <a:cs typeface="Times New Roman"/>
              </a:defRPr>
            </a:lvl7pPr>
            <a:lvl8pPr algn="ctr">
              <a:buNone/>
              <a:defRPr sz="2175" b="0">
                <a:solidFill>
                  <a:srgbClr val="666666"/>
                </a:solidFill>
                <a:latin typeface="Times New Roman"/>
                <a:ea typeface="Times New Roman"/>
                <a:cs typeface="Times New Roman"/>
              </a:defRPr>
            </a:lvl8pPr>
            <a:lvl9pPr algn="ctr">
              <a:buNone/>
              <a:defRPr sz="2175" b="0">
                <a:solidFill>
                  <a:srgbClr val="666666"/>
                </a:solidFill>
                <a:latin typeface="Times New Roman"/>
                <a:ea typeface="Times New Roman"/>
                <a:cs typeface="Times New Roman"/>
              </a:defRPr>
            </a:lvl9pPr>
          </a:lstStyle>
          <a:p xmlns:a="http://schemas.openxmlformats.org/drawingml/2006/main">
            <a:pPr algn="ctr">
              <a:buNone/>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xmlns:a="http://schemas.openxmlformats.org/drawingml/2006/main">
              <a:ext uri="{FF2B5EF4-FFF2-40B4-BE49-F238E27FC236}">
                <a16:creationId xmlns:a16="http://schemas.microsoft.com/office/drawing/2014/main" id="{1D7DFB66-01E7-49F5-B287-94FA429026DF}"/>
              </a:ext>
            </a:extLst>
          </p:cNvPr>
          <p:cNvSpPr>
            <a:spLocks xmlns:a="http://schemas.openxmlformats.org/drawingml/2006/main" noGrp="1"/>
          </p:cNvSpPr>
          <p:nvPr/>
        </p:nvSpPr>
        <p:spPr>
          <a:xfrm xmlns:a="http://schemas.openxmlformats.org/drawingml/2006/main">
            <a:off x="84772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buNone/>
              <a:defRPr sz="2250" b="1">
                <a:solidFill>
                  <a:srgbClr val="002060"/>
                </a:solidFill>
                <a:latin typeface="Times New Roman"/>
                <a:ea typeface="Times New Roman"/>
                <a:cs typeface="Times New Roman"/>
              </a:defRPr>
            </a:lvl1pPr>
            <a:lvl2pPr algn="ctr">
              <a:buNone/>
              <a:defRPr sz="2250" b="1">
                <a:solidFill>
                  <a:srgbClr val="002060"/>
                </a:solidFill>
                <a:latin typeface="Times New Roman"/>
                <a:ea typeface="Times New Roman"/>
                <a:cs typeface="Times New Roman"/>
              </a:defRPr>
            </a:lvl2pPr>
            <a:lvl3pPr algn="ctr">
              <a:buNone/>
              <a:defRPr sz="2250" b="1">
                <a:solidFill>
                  <a:srgbClr val="002060"/>
                </a:solidFill>
                <a:latin typeface="Times New Roman"/>
                <a:ea typeface="Times New Roman"/>
                <a:cs typeface="Times New Roman"/>
              </a:defRPr>
            </a:lvl3pPr>
            <a:lvl4pPr algn="ctr">
              <a:buNone/>
              <a:defRPr sz="2250" b="1">
                <a:solidFill>
                  <a:srgbClr val="002060"/>
                </a:solidFill>
                <a:latin typeface="Times New Roman"/>
                <a:ea typeface="Times New Roman"/>
                <a:cs typeface="Times New Roman"/>
              </a:defRPr>
            </a:lvl4pPr>
            <a:lvl5pPr algn="ctr">
              <a:buNone/>
              <a:defRPr sz="2250" b="1">
                <a:solidFill>
                  <a:srgbClr val="002060"/>
                </a:solidFill>
                <a:latin typeface="Times New Roman"/>
                <a:ea typeface="Times New Roman"/>
                <a:cs typeface="Times New Roman"/>
              </a:defRPr>
            </a:lvl5pPr>
            <a:lvl6pPr algn="ctr">
              <a:buNone/>
              <a:defRPr sz="2250" b="1">
                <a:solidFill>
                  <a:srgbClr val="002060"/>
                </a:solidFill>
                <a:latin typeface="Times New Roman"/>
                <a:ea typeface="Times New Roman"/>
                <a:cs typeface="Times New Roman"/>
              </a:defRPr>
            </a:lvl6pPr>
            <a:lvl7pPr algn="ctr">
              <a:buNone/>
              <a:defRPr sz="2250" b="1">
                <a:solidFill>
                  <a:srgbClr val="002060"/>
                </a:solidFill>
                <a:latin typeface="Times New Roman"/>
                <a:ea typeface="Times New Roman"/>
                <a:cs typeface="Times New Roman"/>
              </a:defRPr>
            </a:lvl7pPr>
            <a:lvl8pPr algn="ctr">
              <a:buNone/>
              <a:defRPr sz="2250" b="1">
                <a:solidFill>
                  <a:srgbClr val="002060"/>
                </a:solidFill>
                <a:latin typeface="Times New Roman"/>
                <a:ea typeface="Times New Roman"/>
                <a:cs typeface="Times New Roman"/>
              </a:defRPr>
            </a:lvl8pPr>
            <a:lvl9pPr algn="ctr">
              <a:buNone/>
              <a:defRPr sz="2250" b="1">
                <a:solidFill>
                  <a:srgbClr val="002060"/>
                </a:solidFill>
                <a:latin typeface="Times New Roman"/>
                <a:ea typeface="Times New Roman"/>
                <a:cs typeface="Times New Roman"/>
              </a:defRPr>
            </a:lvl9pPr>
          </a:lstStyle>
          <a:p xmlns:a="http://schemas.openxmlformats.org/drawingml/2006/main">
            <a:pPr algn="ctr">
              <a:buNone/>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xmlns:a="http://schemas.openxmlformats.org/drawingml/2006/main">
              <a:ext uri="{FF2B5EF4-FFF2-40B4-BE49-F238E27FC236}">
                <a16:creationId xmlns:a16="http://schemas.microsoft.com/office/drawing/2014/main" id="{C24DD76E-497C-45C1-81D2-3DFF32F64BF3}"/>
              </a:ext>
            </a:extLst>
          </p:cNvPr>
          <p:cNvSpPr>
            <a:spLocks xmlns:a="http://schemas.openxmlformats.org/drawingml/2006/main" noGrp="1"/>
          </p:cNvSpPr>
          <p:nvPr/>
        </p:nvSpPr>
        <p:spPr>
          <a:xfrm xmlns:a="http://schemas.openxmlformats.org/drawingml/2006/main">
            <a:off x="86677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buNone/>
              <a:defRPr sz="2175" b="0">
                <a:solidFill>
                  <a:srgbClr val="666666"/>
                </a:solidFill>
                <a:latin typeface="Times New Roman"/>
                <a:ea typeface="Times New Roman"/>
                <a:cs typeface="Times New Roman"/>
              </a:defRPr>
            </a:lvl1pPr>
            <a:lvl2pPr algn="ctr">
              <a:buNone/>
              <a:defRPr sz="2175" b="0">
                <a:solidFill>
                  <a:srgbClr val="666666"/>
                </a:solidFill>
                <a:latin typeface="Times New Roman"/>
                <a:ea typeface="Times New Roman"/>
                <a:cs typeface="Times New Roman"/>
              </a:defRPr>
            </a:lvl2pPr>
            <a:lvl3pPr algn="ctr">
              <a:buNone/>
              <a:defRPr sz="2175" b="0">
                <a:solidFill>
                  <a:srgbClr val="666666"/>
                </a:solidFill>
                <a:latin typeface="Times New Roman"/>
                <a:ea typeface="Times New Roman"/>
                <a:cs typeface="Times New Roman"/>
              </a:defRPr>
            </a:lvl3pPr>
            <a:lvl4pPr algn="ctr">
              <a:buNone/>
              <a:defRPr sz="2175" b="0">
                <a:solidFill>
                  <a:srgbClr val="666666"/>
                </a:solidFill>
                <a:latin typeface="Times New Roman"/>
                <a:ea typeface="Times New Roman"/>
                <a:cs typeface="Times New Roman"/>
              </a:defRPr>
            </a:lvl4pPr>
            <a:lvl5pPr algn="ctr">
              <a:buNone/>
              <a:defRPr sz="2175" b="0">
                <a:solidFill>
                  <a:srgbClr val="666666"/>
                </a:solidFill>
                <a:latin typeface="Times New Roman"/>
                <a:ea typeface="Times New Roman"/>
                <a:cs typeface="Times New Roman"/>
              </a:defRPr>
            </a:lvl5pPr>
            <a:lvl6pPr algn="ctr">
              <a:buNone/>
              <a:defRPr sz="2175" b="0">
                <a:solidFill>
                  <a:srgbClr val="666666"/>
                </a:solidFill>
                <a:latin typeface="Times New Roman"/>
                <a:ea typeface="Times New Roman"/>
                <a:cs typeface="Times New Roman"/>
              </a:defRPr>
            </a:lvl6pPr>
            <a:lvl7pPr algn="ctr">
              <a:buNone/>
              <a:defRPr sz="2175" b="0">
                <a:solidFill>
                  <a:srgbClr val="666666"/>
                </a:solidFill>
                <a:latin typeface="Times New Roman"/>
                <a:ea typeface="Times New Roman"/>
                <a:cs typeface="Times New Roman"/>
              </a:defRPr>
            </a:lvl7pPr>
            <a:lvl8pPr algn="ctr">
              <a:buNone/>
              <a:defRPr sz="2175" b="0">
                <a:solidFill>
                  <a:srgbClr val="666666"/>
                </a:solidFill>
                <a:latin typeface="Times New Roman"/>
                <a:ea typeface="Times New Roman"/>
                <a:cs typeface="Times New Roman"/>
              </a:defRPr>
            </a:lvl8pPr>
            <a:lvl9pPr algn="ctr">
              <a:buNone/>
              <a:defRPr sz="2175" b="0">
                <a:solidFill>
                  <a:srgbClr val="666666"/>
                </a:solidFill>
                <a:latin typeface="Times New Roman"/>
                <a:ea typeface="Times New Roman"/>
                <a:cs typeface="Times New Roman"/>
              </a:defRPr>
            </a:lvl9pPr>
          </a:lstStyle>
          <a:p xmlns:a="http://schemas.openxmlformats.org/drawingml/2006/main">
            <a:pPr algn="ctr">
              <a:buNone/>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xmlns:a="http://schemas.openxmlformats.org/drawingml/2006/main">
              <a:ext uri="{FF2B5EF4-FFF2-40B4-BE49-F238E27FC236}">
                <a16:creationId xmlns:a16="http://schemas.microsoft.com/office/drawing/2014/main" id="{10D4419E-65F8-4AF8-ABFE-000A5A89DE9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buNone/>
              <a:defRPr sz="1875" b="0">
                <a:solidFill>
                  <a:srgbClr val="0070C0"/>
                </a:solidFill>
                <a:latin typeface="Times New Roman"/>
                <a:ea typeface="Times New Roman"/>
                <a:cs typeface="Times New Roman"/>
              </a:defRPr>
            </a:lvl1pPr>
            <a:lvl2pPr algn="l">
              <a:buNone/>
              <a:defRPr sz="1875" b="0">
                <a:solidFill>
                  <a:srgbClr val="0070C0"/>
                </a:solidFill>
                <a:latin typeface="Times New Roman"/>
                <a:ea typeface="Times New Roman"/>
                <a:cs typeface="Times New Roman"/>
              </a:defRPr>
            </a:lvl2pPr>
            <a:lvl3pPr algn="l">
              <a:buNone/>
              <a:defRPr sz="1875" b="0">
                <a:solidFill>
                  <a:srgbClr val="0070C0"/>
                </a:solidFill>
                <a:latin typeface="Times New Roman"/>
                <a:ea typeface="Times New Roman"/>
                <a:cs typeface="Times New Roman"/>
              </a:defRPr>
            </a:lvl3pPr>
            <a:lvl4pPr algn="l">
              <a:buNone/>
              <a:defRPr sz="1875" b="0">
                <a:solidFill>
                  <a:srgbClr val="0070C0"/>
                </a:solidFill>
                <a:latin typeface="Times New Roman"/>
                <a:ea typeface="Times New Roman"/>
                <a:cs typeface="Times New Roman"/>
              </a:defRPr>
            </a:lvl4pPr>
            <a:lvl5pPr algn="l">
              <a:buNone/>
              <a:defRPr sz="1875" b="0">
                <a:solidFill>
                  <a:srgbClr val="0070C0"/>
                </a:solidFill>
                <a:latin typeface="Times New Roman"/>
                <a:ea typeface="Times New Roman"/>
                <a:cs typeface="Times New Roman"/>
              </a:defRPr>
            </a:lvl5pPr>
            <a:lvl6pPr algn="l">
              <a:buNone/>
              <a:defRPr sz="1875" b="0">
                <a:solidFill>
                  <a:srgbClr val="0070C0"/>
                </a:solidFill>
                <a:latin typeface="Times New Roman"/>
                <a:ea typeface="Times New Roman"/>
                <a:cs typeface="Times New Roman"/>
              </a:defRPr>
            </a:lvl6pPr>
            <a:lvl7pPr algn="l">
              <a:buNone/>
              <a:defRPr sz="1875" b="0">
                <a:solidFill>
                  <a:srgbClr val="0070C0"/>
                </a:solidFill>
                <a:latin typeface="Times New Roman"/>
                <a:ea typeface="Times New Roman"/>
                <a:cs typeface="Times New Roman"/>
              </a:defRPr>
            </a:lvl7pPr>
            <a:lvl8pPr algn="l">
              <a:buNone/>
              <a:defRPr sz="1875" b="0">
                <a:solidFill>
                  <a:srgbClr val="0070C0"/>
                </a:solidFill>
                <a:latin typeface="Times New Roman"/>
                <a:ea typeface="Times New Roman"/>
                <a:cs typeface="Times New Roman"/>
              </a:defRPr>
            </a:lvl8pPr>
            <a:lvl9pPr algn="l">
              <a:buNone/>
              <a:defRPr sz="1875" b="0">
                <a:solidFill>
                  <a:srgbClr val="0070C0"/>
                </a:solidFill>
                <a:latin typeface="Times New Roman"/>
                <a:ea typeface="Times New Roman"/>
                <a:cs typeface="Times New Roman"/>
              </a:defRPr>
            </a:lvl9pPr>
          </a:lstStyle>
          <a:p xmlns:a="http://schemas.openxmlformats.org/drawingml/2006/main">
            <a:pPr algn="l">
              <a:buNone/>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Use real device captures. Pair the app display with matching ESP32 serial logs.</a:t>
            </a:r>
          </a:p>
        </p:txBody>
      </p:sp>
      <p:sp>
        <p:nvSpPr>
          <p:cNvPr id="12" name="13">
            <a:extLst xmlns:a="http://schemas.openxmlformats.org/drawingml/2006/main">
              <a:ext uri="{FF2B5EF4-FFF2-40B4-BE49-F238E27FC236}">
                <a16:creationId xmlns:a16="http://schemas.microsoft.com/office/drawing/2014/main" id="{7B76A915-D870-41E6-BAF2-B5FA79CDAC3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17335963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15" name="14">
            <a:extLst xmlns:a="http://schemas.openxmlformats.org/drawingml/2006/main">
              <a:ext uri="{FF2B5EF4-FFF2-40B4-BE49-F238E27FC236}">
                <a16:creationId xmlns:a16="http://schemas.microsoft.com/office/drawing/2014/main" id="{B84EC8C5-B46C-4435-9A1C-74A4C9868B4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14</a:t>
            </a:r>
          </a:p>
        </p:txBody>
      </p:sp>
      <p:sp>
        <p:nvSpPr>
          <p:cNvPr id="16" name="Conclusion and future work bullets">
            <a:extLst xmlns:a="http://schemas.openxmlformats.org/drawingml/2006/main">
              <a:ext uri="{FF2B5EF4-FFF2-40B4-BE49-F238E27FC236}">
                <a16:creationId xmlns:a16="http://schemas.microsoft.com/office/drawing/2014/main" id="{E4ABBF5B-8045-467A-B70B-6EC5DD7F3F99}"/>
              </a:ext>
            </a:extLst>
          </p:cNvPr>
          <p:cNvSpPr>
            <a:spLocks xmlns:a="http://schemas.openxmlformats.org/drawingml/2006/main" noGrp="1"/>
          </p:cNvSpPr>
          <p:nvPr/>
        </p:nvSpPr>
        <p:spPr>
          <a:xfrm xmlns:a="http://schemas.openxmlformats.org/drawingml/2006/main">
            <a:off x="762000" y="1333500"/>
            <a:ext cx="10668000" cy="452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a:solidFill>
                  <a:srgbClr val="111111"/>
                </a:solidFill>
                <a:latin typeface="Times New Roman"/>
                <a:ea typeface="Times New Roman"/>
                <a:cs typeface="Times New Roman"/>
              </a:defRPr>
            </a:defPPr>
            <a:lvl1pPr>
              <a:defRPr sz="2625">
                <a:solidFill>
                  <a:srgbClr val="111111"/>
                </a:solidFill>
                <a:latin typeface="Times New Roman"/>
                <a:ea typeface="Times New Roman"/>
                <a:cs typeface="Times New Roman"/>
              </a:defRPr>
            </a:lvl1pPr>
            <a:lvl2pPr>
              <a:defRPr sz="2625">
                <a:solidFill>
                  <a:srgbClr val="111111"/>
                </a:solidFill>
                <a:latin typeface="Times New Roman"/>
                <a:ea typeface="Times New Roman"/>
                <a:cs typeface="Times New Roman"/>
              </a:defRPr>
            </a:lvl2pPr>
            <a:lvl3pPr>
              <a:defRPr sz="2625">
                <a:solidFill>
                  <a:srgbClr val="111111"/>
                </a:solidFill>
                <a:latin typeface="Times New Roman"/>
                <a:ea typeface="Times New Roman"/>
                <a:cs typeface="Times New Roman"/>
              </a:defRPr>
            </a:lvl3pPr>
            <a:lvl4pPr>
              <a:defRPr sz="2625">
                <a:solidFill>
                  <a:srgbClr val="111111"/>
                </a:solidFill>
                <a:latin typeface="Times New Roman"/>
                <a:ea typeface="Times New Roman"/>
                <a:cs typeface="Times New Roman"/>
              </a:defRPr>
            </a:lvl4pPr>
            <a:lvl5pPr>
              <a:defRPr sz="2625">
                <a:solidFill>
                  <a:srgbClr val="111111"/>
                </a:solidFill>
                <a:latin typeface="Times New Roman"/>
                <a:ea typeface="Times New Roman"/>
                <a:cs typeface="Times New Roman"/>
              </a:defRPr>
            </a:lvl5pPr>
            <a:lvl6pPr>
              <a:defRPr sz="2625">
                <a:solidFill>
                  <a:srgbClr val="111111"/>
                </a:solidFill>
                <a:latin typeface="Times New Roman"/>
                <a:ea typeface="Times New Roman"/>
                <a:cs typeface="Times New Roman"/>
              </a:defRPr>
            </a:lvl6pPr>
            <a:lvl7pPr>
              <a:defRPr sz="2625">
                <a:solidFill>
                  <a:srgbClr val="111111"/>
                </a:solidFill>
                <a:latin typeface="Times New Roman"/>
                <a:ea typeface="Times New Roman"/>
                <a:cs typeface="Times New Roman"/>
              </a:defRPr>
            </a:lvl7pPr>
            <a:lvl8pPr>
              <a:defRPr sz="2625">
                <a:solidFill>
                  <a:srgbClr val="111111"/>
                </a:solidFill>
                <a:latin typeface="Times New Roman"/>
                <a:ea typeface="Times New Roman"/>
                <a:cs typeface="Times New Roman"/>
              </a:defRPr>
            </a:lvl8pPr>
            <a:lvl9pPr>
              <a:defRPr sz="2625">
                <a:solidFill>
                  <a:srgbClr val="111111"/>
                </a:solidFill>
                <a:latin typeface="Times New Roman"/>
                <a:ea typeface="Times New Roman"/>
                <a:cs typeface="Times New Roman"/>
              </a:defRPr>
            </a:lvl9pPr>
          </a:lstStyle>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Implemented ESP32 BLE communication and a Flutter app for simulated vitals.</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Supported device discovery, encrypted connection and start/stop control.</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Integrate physical sensors, OLED and the full RTOS task pipeline.</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Add persistent uploads, cloud services and the hospital dashboard.</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Develop GPS tracking, ETA estimation and ML risk prediction.</a:t>
            </a:r>
          </a:p>
        </p:txBody>
      </p:sp>
    </p:spTree>
    <p:extLst>
      <p:ext uri="{BB962C8B-B14F-4D97-AF65-F5344CB8AC3E}">
        <p14:creationId xmlns:p14="http://schemas.microsoft.com/office/powerpoint/2010/main" val="173359637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765809"/>
          </a:xfrm>
          <a:prstGeom xmlns:a="http://schemas.openxmlformats.org/drawingml/2006/main" prst="rect">
            <a:avLst/>
          </a:prstGeom>
          <a:solidFill xmlns:a="http://schemas.openxmlformats.org/drawingml/2006/main">
            <a:srgbClr val="002060"/>
          </a:solidFill>
        </p:spPr>
        <p:txBody>
          <a:bodyPr xmlns:a="http://schemas.openxmlformats.org/drawingml/2006/main">
            <a:normAutofit/>
          </a:bodyPr>
          <a:lstStyle xmlns:a="http://schemas.openxmlformats.org/drawingml/2006/main"/>
          <a:p xmlns:a="http://schemas.openxmlformats.org/drawingml/2006/main">
            <a:pPr algn="ctr">
              <a:buNone/>
            </a:pPr>
            <a:endParaRPr sz="3600" b="1">
              <a:solidFill>
                <a:schemeClr val="bg1"/>
              </a:solidFill>
              <a:latin typeface="Times New Roman"/>
              <a:ea typeface="Times New Roman"/>
              <a:cs typeface="Times New Roman"/>
            </a:endParaRP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xmlns:a="http://schemas.openxmlformats.org/drawingml/2006/main">
              <a:ext uri="{FF2B5EF4-FFF2-40B4-BE49-F238E27FC236}">
                <a16:creationId xmlns:a16="http://schemas.microsoft.com/office/drawing/2014/main" id="{1C9D027C-64E9-914D-D965-A429BBC87943}"/>
              </a:ext>
            </a:extLst>
          </p:cNvPr>
          <p:cNvSpPr>
            <a:spLocks xmlns:a="http://schemas.openxmlformats.org/drawingml/2006/main" noGrp="1"/>
          </p:cNvSpPr>
          <p:nvPr/>
        </p:nvSpPr>
        <p:spPr>
          <a:xfrm xmlns:a="http://schemas.openxmlformats.org/drawingml/2006/main">
            <a:off x="4563762" y="3429000"/>
            <a:ext cx="3387722"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6000">
                <a:solidFill>
                  <a:srgbClr val="0070C0"/>
                </a:solidFill>
              </a:rPr>
              <a:t>Thank You</a:t>
            </a:r>
          </a:p>
        </p:txBody>
      </p:sp>
      <p:sp>
        <p:nvSpPr>
          <p:cNvPr id="8" name="15">
            <a:extLst xmlns:a="http://schemas.openxmlformats.org/drawingml/2006/main">
              <a:ext uri="{FF2B5EF4-FFF2-40B4-BE49-F238E27FC236}">
                <a16:creationId xmlns:a16="http://schemas.microsoft.com/office/drawing/2014/main" id="{5A51434F-8A9A-48B7-AE15-5E50A8D5B94F}"/>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15</a:t>
            </a:r>
          </a:p>
        </p:txBody>
      </p:sp>
    </p:spTree>
    <p:extLst>
      <p:ext uri="{BB962C8B-B14F-4D97-AF65-F5344CB8AC3E}">
        <p14:creationId xmlns:p14="http://schemas.microsoft.com/office/powerpoint/2010/main" val="310531219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2026-10-19T06:32:08.4220000Z</dcterms:created>
  <dcterms:modified xsi:type="dcterms:W3CDTF">2026-10-19T06:32:08.4220000Z</dcterms:modified>
</coreProperties>
</file>